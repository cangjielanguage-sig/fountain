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"/>
  </p:notesMasterIdLst>
  <p:sldIdLst>
    <p:sldId id="256" r:id="rId1"/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3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4" Type="http://schemas.openxmlformats.org/officeDocument/2006/relationships/presProps" Target="presProps.xml" /><Relationship Id="rId5" Type="http://schemas.openxmlformats.org/officeDocument/2006/relationships/tableStyles" Target="tableStyles.xml" /><Relationship Id="rId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#13;&#10;  style={{ width: 1280, height: 720, background: '#0B1220', padding: 0, position: 'relative', overflow: 'hidden' }}&#13;&#10;  notes={`@@NOTES@@`}&#13;&#10;&gt;&#13;&#10;  &lt;Text style={{ position: 'absolute', right: 40, top: 120, fontSize: 320, fontWeight: 'bold', color: '#16233A', fontFamily: '&quot;JetBrains Mono&quot;, &quot;Cascadia Mono&quot;, Consolas, monospace', lineHeight: 1 }}&gt;@@NUM@@&lt;/Text&gt;&#13;&#10;  &lt;Box style={{ position: 'absolute', left: 0, top: 0, width: 8, height: 720, background: 'linear-gradient(135deg, #38BDF8 0%, #22D3EE 100%)' }} /&gt;&#13;&#10;  &lt;Box style={{ position: 'absolute', left: 120, top: 196, width: 4, height: 34, background: '#38BDF8' }} /&gt;&#13;&#10;  &lt;Text style={{ position: 'absolute', left: 140, top: 205, fontSize: 15, color: '#38BDF8', letterSpacing: 4 }}&gt;PART @@NUM@@ / @@N@@ @@KICK@@&lt;/Text&gt;&#13;&#10;  &lt;Text style={{ position: 'absolute', left: 120, top: 262, fontSize: 44, fontWeight: 'bold', color: '#FFFFFF', lineHeight: 1.2 }}&gt;@@TITLE@@&lt;/Text&gt;&#13;&#10;  &lt;Box style={{ position: 'absolute', left: 120, top: 348, width: 160, height: 6, background: 'linear-gradient(135deg, #38BDF8 0%, #22D3EE 100%)' }} /&gt;&#13;&#10;  &lt;Text style={{ position: 'absolute', left: 120, top: 396, fontSize: 18, color: '#94A3B8', lineHeight: 1.9 }}&gt;@@L1@@&lt;/Text&gt;&#13;&#10;  &lt;Text style={{ position: 'absolute', left: 120, top: 432, fontSize: 18, color: '#94A3B8', lineHeight: 1.9 }}&gt;@@L2@@&lt;/Text&gt;&#13;&#10;  &lt;Text style={{ position: 'absolute', left: 120, top: 468, fontSize: 18, color: '#64748B', lineHeight: 1.9 }}&gt;@@L3@@&lt;/Text&gt;&#13;&#10;  &lt;Box style={{ position: 'absolute', left: 120, top: 528, flexDirection: 'row', alignItems: 'center', gap: 24 }}&gt;&#13;&#10;    &lt;Text style={{ fontSize: 14, color: '#64748B' }}&gt;@@META@@&lt;/Text&gt;&#13;&#10;  &lt;/Box&gt;&#13;&#10;  &lt;Text style={{ position: 'absolute', left: 64, top: 668, fontSize: 13, color: '#64748B' }}&gt;fountain · 一站式服务器应用开发工具库　　@@URL1@@　　@@URL2@@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@@NUM@@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Microsoft YaHei"/>
                <a:ea typeface="Microsoft YaHei"/>
              </a:rPr>
              <a:t>PART @@NUM@@ / @@N@@ @@KICK@@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@@TITLE@@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@@L1@@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>@@L2@@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@@L3@@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@@META@@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一站式服务器应用开发工具库　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@@URL1@@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　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@@URL2@@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&#13;&#10;  style={{ width: 1280, height: 720, background: '#0B1220', padding: 0, position: 'relative', overflow: 'hidden' }}&#13;&#10;  notes={`@@NOTES@@`}&#13;&#10;&gt;&#13;&#10;  &lt;Text style={{ position: 'absolute', right: 40, top: 170, fontSize: 200, fontWeight: 'bold', color: '#16233A', fontFamily: '&quot;JetBrains Mono&quot;, &quot;Cascadia Mono&quot;, Consolas, monospace', lineHeight: 1 }}&gt;END&lt;/Text&gt;&#13;&#10;  &lt;Box style={{ position: 'absolute', left: 0, top: 0, width: 8, height: 720, background: 'linear-gradient(135deg, #38BDF8 0%, #22D3EE 100%)' }} /&gt;&#13;&#10;  &lt;Box style={{ position: 'absolute', left: 120, top: 150, width: 4, height: 34, background: '#38BDF8' }} /&gt;&#13;&#10;  &lt;Text style={{ position: 'absolute', left: 140, top: 159, fontSize: 15, color: '#38BDF8', letterSpacing: 4 }}&gt;本讲小结 @@NUM@@ / @@N@@&lt;/Text&gt;&#13;&#10;  &lt;Text style={{ position: 'absolute', left: 120, top: 212, fontSize: 40, fontWeight: 'bold', color: '#FFFFFF', lineHeight: 1.2 }}&gt;@@TITLE@@&lt;/Text&gt;&#13;&#10;  &lt;Box style={{ position: 'absolute', left: 120, top: 286, width: 160, height: 6, background: 'linear-gradient(135deg, #38BDF8 0%, #22D3EE 100%)' }} /&gt;&#13;&#10;  &lt;Text style={{ position: 'absolute', left: 120, top: 336, fontSize: 17, color: '#E2E8F0', lineHeight: 2 }}&gt;@@P1@@&lt;/Text&gt;&#13;&#10;  &lt;Text style={{ position: 'absolute', left: 120, top: 382, fontSize: 17, color: '#E2E8F0', lineHeight: 2 }}&gt;@@P2@@&lt;/Text&gt;&#13;&#10;  &lt;Text style={{ position: 'absolute', left: 120, top: 428, fontSize: 17, color: '#E2E8F0', lineHeight: 2 }}&gt;@@P3@@&lt;/Text&gt;&#13;&#10;  &lt;Box style={{ position: 'absolute', left: 120, top: 500, flexDirection: 'row', alignItems: 'center', gap: 20 }}&gt;&#13;&#10;    &lt;Box style={{ width: 4, height: 40, background: '#F59E0B' }} /&gt;&#13;&#10;    &lt;Text style={{ fontSize: 16, fontWeight: 'bold', color: '#F59E0B' }}&gt;@@NEXT@@&lt;/Text&gt;&#13;&#10;  &lt;/Box&gt;&#13;&#10;  &lt;Text style={{ position: 'absolute', left: 64, top: 668, fontSize: 13, color: '#64748B' }}&gt;fountain · 一站式服务器应用开发工具库　　@@URL1@@　　@@URL2@@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Microsoft YaHei"/>
                <a:ea typeface="Microsoft YaHei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Microsoft YaHei"/>
                <a:ea typeface="Microsoft YaHei"/>
              </a:rPr>
              <a:t xml:space="preserve"> @@NUM@@ / @@N@@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Microsoft YaHei"/>
                <a:ea typeface="Microsoft YaHei"/>
              </a:rPr>
              <a:t>@@TITLE@@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@@P1@@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@@P2@@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@@P3@@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Microsoft YaHei"/>
                <a:ea typeface="Microsoft YaHei"/>
              </a:rPr>
              <a:t>@@NEXT@@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一站式服务器应用开发工具库　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@@URL1@@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　　</a:t>
            </a: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@@URL2@@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2026-10-03T10:52:31Z</dcterms:created>
  <dcterms:modified xsi:type="dcterms:W3CDTF">2026-10-03T10:52:31Z</dcterms:modified>
</cp:coreProperties>
</file>
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这一讲分两半。前半是第十六章的串讲——用一个 POST 注册请求，从 f_config 装载配置开始，穿过 fboot 的动态链接库加载、MVC 路由、参数绑定、鉴权代理、切面、事务、ORM 执行，最后落进日志文件。后半是第十七章的开场，讲框架之下的那一层九个模块，以及每个模块被谁用了。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第十六章串讲：一次请求穿过整个框架。用一个 POST 注册请求走完全流程。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第零步，进程启动。f_config 的 static init 装载环境变量和命令行参数——命令行覆盖环境变量，并准备 sensitiveMap，配了 SM4 的话运行期解密。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第一步，fboot run 加载动态链接库。加载时 static init 把 @Bean 注册进 BeanFactory、把 Initializer 注册进集合；然后拓扑排序依次 initialize，顺序是 BeanInitializer、ORMInitializer、MVCInitializer、TickTockInitializer 等等；最后各 start 被 spawn 到新线程，MVC 启动 HTTP 服务并阻塞，TickTock 启动定时器。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第二步，curl 发出注册请求。MVC 先做路由匹配，看 PostMapping 加 consumes、produces、params、headers；然后参数绑定，f_http 的 MediaType 把请求体字节转成 Data，f_data 把 Data 转成对象并触发校验；接着 AuthHandlerProxy 检查，因为 ignoreAuth 是 true 所以直接 OK；然后 AOP 的 ControllerAspect 的 around 执行，因为 controllerPointcut 命中了；再进原函数体 register。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在 register 里，lookup 拿到 UserService 的实现；TransactionAspect 因为 orm_transactionalFuncExecution 命中了 register 前缀而织入；然后 orm 的 execute 开始新事务：先 beforeTx、</a:t>
            </a:r>
            <a:r>
              <a:rPr lang="en-US" altLang="zh-CN" dirty="0"/>
              <a:t>inTx</a:t>
            </a:r>
            <a:r>
              <a:rPr lang="zh-CN" dirty="0"/>
              <a:t>；再调 executor().register，注意 SqlExecutor 本身就是 UserDAO，里面 INSERT_INTO 绑定参数执行；然后 beforeCommit、commit、afterCommit、afterComplete。最后返回值按 produces 序列化。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第三步，定时线程按 cron 触发，独立线程，与请求互不干扰。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第四步，旁路：f_util 的 UUID 和 f_random 给会话发密钥；f_http 的 MediaType 配合 f_data 做序列化；f_util 的 PathPattern 是路由匹配和提取路径变量的引擎。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第五步，底座：f_cache 存登录状态，f_pool 撑起数据库连接池，f_regex 缓存路径正则，f_time 解析所有 Duration 型配置，f_log 在每一步上落日志——SQL 的 DEBUG、accessLog 的 INFO；f_io 的 ByteBuffer 是报文与下载管道的字节缓冲；而 f_base 在进程退出时按权重把这些依次收掉：先停服务、最后关数据库。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这一屏就是 fountain 的全部。而且从头到尾你没写过一个配置文件、没写过一行 main。业务代码里你只写了 UserController、UserService、UserDAO、UserPO 四个东西，加起来不到两百行。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第十七章运行时基础设施。前面讲的 IOC、AOP、MVC、ORM、安全、定时任务、日志，这些是你能直接感知到的框架能力；但它们是站在另一层之上的。这一章讲的就是那一层。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看这张表，九个模块，每个都有一句话和「在 fountain 里被谁用了」。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f_base 是所有模块的公共底座：进程优雅退出、Result 和 Option 与集合迭代器扩展、Comparator、StringGenerator、FutureTask。全部模块都用它；f_app 启动时会调 toExitGracefully，f_mvc、f_pool、f_cache、f_orm、f_bean、f_rpc 都用 atExit 登记清理。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f_io 是 IO 工具库，这一节讲它的 ByteBuffer 和 SyncByteBuffer——读写双偏移的字节缓冲，以及加锁版。f_rpc 用它把异常堆栈打成字符串，f_mvc 的 FileDownload 用 SyncByteBuffer 当下载管道。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f_cache 是堆缓存，强引用和弱引用两版，可以设寿命和容量。f_security 的 JWTHeapCacheStore、f_data 的 DataPath.cache、f_orm 的结果缓存都用它。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f_pool 是通用对象池、键池、数组池。f_orm 的 DatabasePool 就是它。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f_collection 是标准库没有的集合加集合扩展。f_store 的 LSM-Tree、f_concurrent、ORM 分页都用它。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f_time 是 std.time 的扩展，TimeUnit 加 Int64 的时间 DSL。所有用 Duration 作配置项的地方都用它。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f_regex 是正则扩展加正则缓存。f_util 的 PathPattern、f_data 的校验器都用它。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f_rx 是反应式编程，Observable、Observer、背压，主要用于流式数据处理场景。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 是随机数扩展。f_app 的 fboot randhex、fdemo 的 UserSessionCache 会话密钥都用它。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这九个模块的共同特点：零配置、可以单独引入、不绑架你的架构。就算你不用 fountain 的框架部分，把它们当工具库用也完全没问题。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这一讲两个要点：一，串讲这一页就是 fountain 的全部——而你没有写过一个配置文件、没有写过一行 main，业务代码只有四个类；二，运行时基础设施九个模块的共同特点是零配置、可以单独引入、不绑架你的架构，就算不用 fountain 的框架部分，把它们当工具库用也完全没问题。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21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21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串讲与底座总览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一次 POST 请求穿过整个框架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从 f_config 装载配置到落进日志文件的完整调用链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框架之下的那一层：九个运行时模块总览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21 讲 / 共 25 讲　·　原稿第 103–104 页 + 首尾两页　·　约 11.3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 1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4" name="矩形 1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819150" y="304800"/>
            <a:ext cx="9191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串讲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19150" y="514350"/>
            <a:ext cx="91916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一次请求穿过整个框架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10182225" y="590550"/>
            <a:ext cx="1400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POST /api/user/register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609600" y="1143000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23900" y="1257300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⓪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1123950" y="1257300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进程启动：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装载环境变量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命令行参数（命令行覆盖环境变量），并准备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sensitiveMap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（编译期内嵌的敏感配置，配了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SM4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则运行期解密）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609600" y="1676400"/>
            <a:ext cx="10972800" cy="676275"/>
          </a:xfrm>
          <a:prstGeom prst="roundRect">
            <a:avLst>
              <a:gd name="adj" fmla="val 1408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23900" y="1790700"/>
            <a:ext cx="2857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123950" y="1790700"/>
            <a:ext cx="103441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加载动态链接库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static init()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@Bean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BeanFactory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Initializer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InitializerCollection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拓扑排序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initialize()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BeanInitializer → ORMInitializer → MVCInitializer → TickTockInitializer …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start() spawn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到新线程：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服务（阻塞）、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TickTock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启动定时器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609600" y="2428875"/>
            <a:ext cx="10972800" cy="2057400"/>
          </a:xfrm>
          <a:prstGeom prst="roundRect">
            <a:avLst>
              <a:gd name="adj" fmla="val 463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23900" y="2543175"/>
            <a:ext cx="285750" cy="1828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123950" y="2543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curl -XPOST /api/user/register → MVC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路由匹配（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@PostMapping + consumes / produces / params / headers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1123950" y="27717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参数绑定：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把请求体字节转成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转成对象并触发校验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123950" y="30003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AuthHandlerProxy.check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ignoreAuth=true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直接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OK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1123950" y="32289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ControllerAspect.around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controllerPointcut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命中）→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原函数体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register()</a:t>
            </a:r>
            <a:endParaRPr lang="en-US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123950" y="34575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UserService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拿到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123950" y="3686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AOP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TransactionAspect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orm_transactionalFuncExecution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命中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register*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23950" y="3914775"/>
            <a:ext cx="103441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　　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 execute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newTxAndBegin → beforeTx → executor().register(...)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即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UserDAO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INSERT_INTO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绑参执行）→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beforeCommit → commit → afterCommit → afterComplete(Committed)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609600" y="4562475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23900" y="4676775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23950" y="46767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定时线程：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TickTockTaskImpl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cron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触发（独立线程，与请求互不干扰）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09600" y="5095875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23900" y="5210175"/>
            <a:ext cx="285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1123950" y="5210175"/>
            <a:ext cx="10344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旁路：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f_util.UUID + f_random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给会话发密钥；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做序列化；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PathPattern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②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里「路由匹配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抽路径变量」的引擎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609600" y="5629275"/>
            <a:ext cx="10972800" cy="676275"/>
          </a:xfrm>
          <a:prstGeom prst="roundRect">
            <a:avLst>
              <a:gd name="adj" fmla="val 1408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23900" y="5743575"/>
            <a:ext cx="2857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123950" y="5743575"/>
            <a:ext cx="103441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底座：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f_cache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存登录状态、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f_pool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撑起数据库连接池、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f_regex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缓存路径正则、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f_time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解析所有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Duration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型配置；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②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的每一步上落日志（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accessLog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INFO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f_io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ByteBuffer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是报文与下载管道的字节缓冲；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在进程退出时按权重依次收掉（先停服务、最后关数据库）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 1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7" name="矩形 1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框架之下的那一层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当零部件手册单独翻也可以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1" name="表格 170"/>
          <p:cNvGraphicFramePr/>
          <p:nvPr/>
        </p:nvGraphicFramePr>
        <p:xfrm>
          <a:off x="609600" y="1143000"/>
          <a:ext cx="10972800" cy="4705352"/>
        </p:xfrm>
        <a:graphic>
          <a:graphicData uri="http://schemas.openxmlformats.org/drawingml/2006/table">
            <a:tbl>
              <a:tblPr/>
              <a:tblGrid>
                <a:gridCol w="662749"/>
                <a:gridCol w="4940117"/>
                <a:gridCol w="5369934"/>
              </a:tblGrid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 fountain 里被谁用了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69128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f_base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所有模块的公共底座：进程优雅退出、Result / Option 与集合迭代器扩展、Comparator、StringGenerator、FutureTask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全部模块；f_app 启动时调 ExitCallbacks.toExitGracefully()，f_mvc / f_pool / f_cache / f_orm / f_bean / f_rpc 用 atExit 登记清理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9128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f_io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I/O 工具库；本节讲 ByteBuffer / SyncByteBuffer —— 读写双偏移的字节缓冲，以及加锁版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f_rpc 打异常堆栈、fleet 接编码结果、f_mvc 的 FileDownload 用 SyncByteBuffer 当下载管道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f_cache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堆缓存（强引用 / 弱引用），可设寿命与容量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f_security 的 JWTHeapCacheStore、f_data 的 DataPath.cache、f_orm 的结果缓存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f_pool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通用对象池、键池、数组池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f_orm 的 DatabasePool（orm_databasePool* 那批配置项）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f_collection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标准库没有的集合 + 集合扩展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f_store（LSM-Tree）、f_concurrent、ORM 分页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f_time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std.time 扩展：TimeUnit + Int64 时间 DSL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所有用 Duration 作配置项的地方（mvc_readTimeout 等）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f_regex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正则扩展 + 正则缓存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f_util 的 PathPattern、f_data 的校验器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f_rx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反应式编程（Observable / Observer / 背压）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流式数据处理场景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534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f_random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随机数扩展：区间随机、随机流、随机字符串、蓄水池抽样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f_app 的 fboot randhex、fdemo 的 UserSessionCache 会话密钥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09600" y="596265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共同特点：零配置、可以单独引入、不绑架你的架构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就算不用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的框架部分，把它们当工具库用也完全没问题。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任意多边形 1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21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串讲与底座总览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一次 POST 请求穿过整个框架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从 f_config 装载配置到落进日志文件的完整调用链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框架之下的那一层：九个运行时模块总览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下一讲：运行时底座（一）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
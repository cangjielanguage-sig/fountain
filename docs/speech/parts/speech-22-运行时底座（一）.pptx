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这一讲讲运行时底座的前四个模块。f_base 是所有模块脚下的那一层，重点是 ExitCallbacks 的进程优雅退出——按权重升序执行清理，所以 Ctrl-C 的顺序是先停服务、再关中间件、最后关数据库。然后是 f_io 的 ByteBuffer、f_cache 的堆缓存、f_pool 的对象池。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 f_base，它是所有模块脚下的那一层。README 的第一句话就是「建议开发时无脑导入本包」。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 import 打底：f_base 在包里做了 public import，把 std.collection、std.reflect、std.regex、std.time 以及 std.math 的 MathExtension 都带进来了。所以这一个 import 之后，ArrayList、HashMap、Regex、Duration、DateTime 都不必再单独引入。这也是 fboot workspace 生成的 cjpm.toml 里默认就带 f_base 依赖的原因。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进程退出是它最容易被低估的一段。ExitCallbacks 有两个静态函数：toExitGracefully 重置并注册 SIGTERM 和 SIGINT，回调跑完 exit(0)；atExit 按权重升序登记清理函数，权重相同的按注册顺序。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只要进程收到 kill 十五或者 Ctrl-C，所有 atExit 登记的清理函数就会依次执行，全部跑完再 exit。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注册时机是所有动态链接库加载完成之后，而且会先重置之前注册的同名处理函数，避免和第三方库或你自己注册的信号处理函数打架。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用了 f_app 就不需要自己调 toExitGracefully，启动器在初始化 starter 之后会自动调用。只有「只引 f_base、不引 f_app」的独立工具才会漏掉这一步。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各模块登记的清理和权重：f_mvc 关闭 HTTP 服务器权重零；f_rpc 服务端权重是零和客户端是</a:t>
            </a:r>
            <a:r>
              <a:rPr lang="en-US" altLang="zh-CN" dirty="0"/>
              <a:t>252</a:t>
            </a:r>
            <a:r>
              <a:rPr lang="zh-CN" dirty="0"/>
              <a:t>；f_bean 的 BeanFactory.shutdown 是</a:t>
            </a:r>
            <a:r>
              <a:rPr lang="en-US" altLang="zh-CN" dirty="0"/>
              <a:t>253</a:t>
            </a:r>
            <a:r>
              <a:rPr lang="zh-CN" dirty="0"/>
              <a:t>；f_pool 的 KeyPool.close 是</a:t>
            </a:r>
            <a:r>
              <a:rPr lang="en-US" altLang="zh-CN" dirty="0"/>
              <a:t>254</a:t>
            </a:r>
            <a:r>
              <a:rPr lang="zh-CN" dirty="0"/>
              <a:t>；f_cache 的 HeapCache.destroy 是</a:t>
            </a:r>
            <a:r>
              <a:rPr lang="en-US" altLang="zh-CN" dirty="0"/>
              <a:t>254</a:t>
            </a:r>
            <a:r>
              <a:rPr lang="zh-CN" dirty="0"/>
              <a:t>；f_orm 的 ORM.close 是</a:t>
            </a:r>
            <a:r>
              <a:rPr lang="en-US" altLang="zh-CN" dirty="0"/>
              <a:t>255</a:t>
            </a:r>
            <a:r>
              <a:rPr lang="zh-CN" dirty="0"/>
              <a:t>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权重小的先跑，所以 Ctrl-C 的顺序是先停服务、再关中间件、最后关数据库——一个进程最体面的下线姿势。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一个前提：仓颉</a:t>
            </a:r>
            <a:r>
              <a:rPr lang="en-US" altLang="zh-CN" dirty="0"/>
              <a:t>SDK</a:t>
            </a:r>
            <a:r>
              <a:rPr lang="zh-CN" altLang="en-US" dirty="0"/>
              <a:t>不支持信号</a:t>
            </a:r>
            <a:r>
              <a:rPr lang="en-US" altLang="zh-CN" dirty="0"/>
              <a:t>API</a:t>
            </a:r>
            <a:r>
              <a:rPr lang="zh-CN" altLang="en-US" dirty="0"/>
              <a:t>，所以</a:t>
            </a:r>
            <a:r>
              <a:rPr lang="zh-CN" dirty="0"/>
              <a:t>Windows 上这整段是空实现，所以这套优雅退出只在非 Windows 平台生效。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f_io 这一节只挑上层最常碰的一对类：ByteBuffer 和 SyncByteBuffer。ByteBuffer 实现 IOStream，也就是可读可写，所以最常用的姿势不是自己写循环，而是把它当内存里的输出目标——printStackTrace 写进去、codec.encode 的 copy 写进去，写完一个 bytes() 把结果一次性取走。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两个细节：reserve 的「扩容」其实分两步，如果剩余空间够，只把未读数据搬到头部、两个偏移重排，不新建数组；真的不够才开新数组。toOverwriteOnClearing 默认关着，clear 只把偏移归零、数据留在数组里；打开它，清空时会把已写区域填零抹掉——装密钥、令牌这类敏感内容的缓冲记得打开。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SyncByteBuffer 就是给 ByteBuffer 套上 Mutex 和 Condition：写方写完 notify，读方没数据就 wait 带超时；end 表示「不会再有数据」，读完就拿到 EOF 语义。它是一个无界、自动扩容的字节队列，f_mvc 的 FileDownload 内部就有一个当下载管道。唯一的 unsafe 方法 bytes 是留给「此刻确定没有并发写」的场景的。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f_cache 和 f_pool。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先说堆缓存。强引用版是 HeapCache，五个构造参数：并发度默认一百二十八、最大寿命、最大对象数、检查周期、失效回调。它在 fountain 里被四处用到：f_security 的 JWTHeapCacheStore、f_data 的 DataPath.cache、f_orm 的结果缓存、</a:t>
            </a:r>
            <a:r>
              <a:rPr lang="en-US" altLang="zh-CN" dirty="0"/>
              <a:t>f_regex</a:t>
            </a:r>
            <a:r>
              <a:rPr lang="zh-CN" altLang="en-US" dirty="0"/>
              <a:t>的正则缓存</a:t>
            </a:r>
            <a:r>
              <a:rPr lang="zh-CN" dirty="0"/>
              <a:t>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这里有个概念要讲清楚，它和常见的 TTL 缓存不一样：默认是「非一次性」的，每次 get 都会把过期时间重新计时，也就是滑动窗口。而 once 为 true 的对象相反——取用不续期，到点就走，适合做「绝对过期」的会话、验证码。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prolong 可以在运行中改寿命和一次性标志；evictionCallback 让你在对象失效时做收尾，比如关掉文件句柄。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弱引用版是 WeakHeapCache。内部键和值都被弱引用包装，定时遍历清除已经被 GC 掉的弱引用——适合缓存「可被重建的大对象」，不会因为缓存导致内存泄漏。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再说对象池。Pool 的构造参数有八个：存储模式、初始大小、最小大小、最大大小、空闲时间、创建时检查、借出时检查、归还时检查，还有检查周期和三个回调。看到这八个参数是不是很眼熟？对，它们就是第十二章 ORM 那批 orm_databasePool 开头的配置项。ORM 的 DatabasePool 就是 f_pool 的一个应用——所以你调 ORM 连接池和直接调 f_pool，手感完全一样。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存储模式有四种：Fifo 先进先出、Lifo 后进先出、WeakFifo 弱引用先进先出、WeakLifo 弱引用后进先出。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Pool 实现了 Resource，用完 close。get 的 timeout 小于等于零时不等待、立即返回。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KeyPool 是每个键一个池：只有池对象需要销毁，键不需要销毁。典型场景是多数据源、多租户，每个库一个连接池。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还有数组池和 ArrayList 池：高频临时缓冲区的老问题——每次 new 一个一百二十八长度的数组，GC 压力全在这儿。数组池直接复用。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这一讲三个要点：一，f_cache 默认是滑动续期，要绝对过期就用 once；二，ORM 的 DatabasePool 就是 f_pool 的一个应用，两边手感完全一样；三，ByteBuffer 最常用的姿势是当内存输出目标，写完 bytes() 一次性取走。这一整章都可以按受众深浅整章跳过，不影响主线。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22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22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运行时底座（一）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f_base：进程优雅退出与公共底座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f_io 的 ByteBuffer 与 SyncByteBuffer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f_cache 堆缓存与滑动续期　·　f_pool 对象池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22 讲 / 共 25 讲　·　原稿第 105–106 页 + 首尾两页　·　约 11.3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 1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78" name="矩形 17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17.2 / 17.3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f_base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f_io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脚下的那一层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609600" y="1143000"/>
            <a:ext cx="5391150" cy="2171700"/>
          </a:xfrm>
          <a:prstGeom prst="roundRect">
            <a:avLst>
              <a:gd name="adj" fmla="val 5263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76200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f_base ·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一个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import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打底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762000" y="15240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import fountain::f_base.*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762000" y="1838325"/>
            <a:ext cx="50863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public import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了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std.collection / reflect / regex / time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std.math.MathExtension —— ArrayList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HashMap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Regex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Duration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DateTime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都不用再引。这也是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fboot workspace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生成的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默认带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f_base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的原因。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609600" y="3429000"/>
            <a:ext cx="5391150" cy="28575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762000" y="3581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进程退出（最容易被低估的一段）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762000" y="381000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ExitCallbacks.toExitGracefully()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重置并注册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SIGTERM / SIGINT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，回调跑完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exit(0)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762000" y="42767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ExitCallbacks.atExit(priority: UInt16, atexit: () -&gt; Unit)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762000" y="459105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回调按权重升序执行，权重相同的按注册顺序。用了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f_app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就不需要自己调；只有「只引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f_base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」的独立工具才会漏掉。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762000" y="5667375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Ctrl-C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顺序：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f_mvc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关服务器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(0) → f_bean(253) → f_pool / f_cache(254) → f_orm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关数据库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(255)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Windows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上是条件编译出来的空实现。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圆角矩形 191"/>
          <p:cNvSpPr/>
          <p:nvPr/>
        </p:nvSpPr>
        <p:spPr>
          <a:xfrm>
            <a:off x="6191250" y="1143000"/>
            <a:ext cx="5391150" cy="2990850"/>
          </a:xfrm>
          <a:prstGeom prst="roundRect">
            <a:avLst>
              <a:gd name="adj" fmla="val 38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634365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f_io · ByteBuffer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（读写双偏移）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6343650" y="15240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ByteBuffer(initialCapacity! = 32, toOverwriteOnClearing! = false)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6343650" y="17621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capacity / writeOffset / readOffset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bytes()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readByte() / read(buf)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343650" y="200025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writeByte(b)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（写满自动扩容，约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1.5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倍）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/ write(buf)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6343650" y="22383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reserve(n) / seekReading(pos) / seekWriting(pos) / clear() / clone()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6343650" y="255270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它实现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IOStream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（可读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可写），最常用姿势是把它当内存里的输出目标：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printStackTrace(e, buffer)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codec.encode(data).copy(to: buffer)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，写完一个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bytes()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取走。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6343650" y="3276600"/>
            <a:ext cx="50863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reserve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的「扩容」分两步：剩余空间够就只把未读数据挪到头部；够才真开新数组。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toOverwriteOnClearing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打开后，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clear()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会把已写区域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fill(0)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抹掉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装密钥、令牌的缓冲记得打开。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圆角矩形 199"/>
          <p:cNvSpPr/>
          <p:nvPr/>
        </p:nvSpPr>
        <p:spPr>
          <a:xfrm>
            <a:off x="6191250" y="4248150"/>
            <a:ext cx="5391150" cy="2038350"/>
          </a:xfrm>
          <a:prstGeom prst="roundRect">
            <a:avLst>
              <a:gd name="adj" fmla="val 560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6343650" y="440055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加锁版：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SyncByteBuffer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6343650" y="462915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readByte()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（没数据立即返回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None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/ readByte(timeout: Duration)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6343650" y="48672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writeByte(b) / write(bytes)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（写完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notify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）　·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end()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batch(fn)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6343650" y="5181600"/>
            <a:ext cx="5086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Mutex + Condition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包装：写方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notify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，读方没数据就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wait(timeout)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end()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之后读侧拿到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EOF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语义。它是一个无界、自动扩容的字节队列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f_mvc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FileDownload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内部就有一个当下载管道。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6343650" y="58959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唯一的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unsafe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bytes()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留给「此刻确定没有并发写」的场景；要安全就用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clone()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batch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任意多边形 20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矩形 2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11" name="矩形 21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819150" y="304800"/>
            <a:ext cx="9620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17.4 / 17.5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819150" y="514350"/>
            <a:ext cx="9620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f_cache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f_pool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10610850" y="590550"/>
            <a:ext cx="971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滑动续期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对象池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609600" y="1143000"/>
            <a:ext cx="5391150" cy="4019550"/>
          </a:xfrm>
          <a:prstGeom prst="roundRect">
            <a:avLst>
              <a:gd name="adj" fmla="val 2844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76200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f_cache · HeapCache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（强引用）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762000" y="15240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HeapCache&lt;V&gt;(concurrencyLevel! = 128, maxLife!, maxSize!,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762000" y="17621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        checkDuration!, evictionCallback!)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762000" y="20574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get / set(life!, once!) / prolong / getOrCompute / getOrStore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762000" y="22955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getOrDefault / removeIf / once(key) / destroy / builder()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762000" y="2609850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默认是「非一次性」的：每次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get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都会把过期时间重新计时（滑动窗口）。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once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true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则取用不续期，到点就走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适合绝对过期的会话、验证码。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762000" y="4524375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WeakHeapCache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：键与值都被弱引用包装，定时清除已被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GC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的弱引用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适合缓存「可被重建的大对象」，不会内存泄漏。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609600" y="5276850"/>
            <a:ext cx="5391150" cy="1009650"/>
          </a:xfrm>
          <a:prstGeom prst="roundRect">
            <a:avLst>
              <a:gd name="adj" fmla="val 1132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742950" y="5410200"/>
            <a:ext cx="5124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742950" y="5619750"/>
            <a:ext cx="51244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JWTSecurityContext&lt;String&gt;(JWTHeapCacheStore(Duration.hour), ...)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42950" y="5895975"/>
            <a:ext cx="51244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第十三章「登录状态存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小时」的能力，根源在这里。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6191250" y="1143000"/>
            <a:ext cx="5391150" cy="3771900"/>
          </a:xfrm>
          <a:prstGeom prst="roundRect">
            <a:avLst>
              <a:gd name="adj" fmla="val 3030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6343650" y="1295400"/>
            <a:ext cx="508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f_pool · Pool 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泛型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V</a:t>
            </a: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（通用对象池）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6343650" y="15240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Pool&lt;V&gt;(mode! = Mode.Fifo, initSize!, minSize! = 0, maxSize! = 10,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6343650" y="176212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idleTimeout! = Duration.hour, checkOnCreation! = false,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6343650" y="200025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checkOnBorrowing! = true, checkOnReturning! = true,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6343650" y="22383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clearOnReturning! = false, checkInterval! = Duration.minute,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6343650" y="24765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creator!, checker!, destroier!, clear!)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343650" y="2771775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get(timeout! = Duration.Max)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// timeout &lt;= 0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时不等待立即返回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6343650" y="3009900"/>
            <a:ext cx="50863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giveBack(value: V)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Mode: Fifo / Lifo / WeakFifo / WeakLifo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6343650" y="3324225"/>
            <a:ext cx="5086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这八个参数就是第十二章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ORM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那批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orm_databasePool*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配置项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ORM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DatabasePool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就是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f_pool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的一个应用，手感完全一样。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Pool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Resource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，用完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close()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圆角矩形 236"/>
          <p:cNvSpPr/>
          <p:nvPr/>
        </p:nvSpPr>
        <p:spPr>
          <a:xfrm>
            <a:off x="6191250" y="5029200"/>
            <a:ext cx="5391150" cy="1257300"/>
          </a:xfrm>
          <a:prstGeom prst="roundRect">
            <a:avLst>
              <a:gd name="adj" fmla="val 9091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6324600" y="5162550"/>
            <a:ext cx="5124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KeyPool </a:t>
            </a:r>
            <a:r>
              <a:rPr lang="zh-CN" sz="9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与数组池</a:t>
            </a:r>
            <a:endParaRPr lang="zh-CN" sz="9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6324600" y="5372100"/>
            <a:ext cx="51244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KeyPool&lt;K, V&gt;.get(key, timeout!) / giveBack(key, object)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6324600" y="5622925"/>
            <a:ext cx="51244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只有池对象需要销毁，键不需要销毁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典型场景是多数据源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多租户，每个库一个连接池。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6324600" y="5915025"/>
            <a:ext cx="5124450" cy="48704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ArrayPool / ArrayListPool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：高频临时缓冲区不再每次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new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任意多边形 24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22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运行时底座（一）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f_base：进程优雅退出与公共底座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f_io 的 ByteBuffer 与 SyncByteBuffer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f_cache 堆缓存与滑动续期　·　f_pool 对象池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下一讲：运行时底座（二）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
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这一讲把日志收尾。先说文件切割与压缩：默认按天切，切完加时间后缀，配了压缩就压；两个注意点是不能配亚秒级的切割周期，以及压缩失败也会删掉原文件。然后是现场演示，把框架自己打的 SQL 和 access log 调出来看。最后是 LoggerFactory.refresh 能改哪些配置、哪些必须重启，以及那八个高频坑。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文件切割与压缩，一句话概括：「默认按天切，切完的文件加时间后缀，配了压缩就压」。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切割时机有两个条件，满足任一即切。第一，跨周期：文件创建时间早于当前时间单位的起点——按天切就是今天凌晨之前创建的。第二，超大小：当前大小加上本批字节数大于等于 rotateSize，这是写在文件里的预判，不是事后检查。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切割动作是四步：关掉当前文件；rename 成「原路径加一个点和上一个周期的时间戳」；如果配了 compressFormat，在独立线程里压缩，Deflate 出来是 lz，GZip 出来是 gz，然后原文件被删掉；最后重新以 Append 模式打开原路径。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所以按天切、不压缩时，你会看到 fdemo.log 是当前正在写的，fdemo.log 点 20261001 是昨天那份。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url 写法是一个字符串替代四个配置项，而且 url 里的参数优先于独立配置项。rotateSize 支持人类可读写法，一百 k、十 M、一 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最后两个要注意的地方。第一，rotateDuration 不要配亚秒级——毫秒、微秒、纳秒都不行。因为切割后文件名的后缀粒度只到秒，而「跨周期」判断几乎每一次写入都会成立，结果是每次写日志都 rename 一次加重开文件。按分钟起步，常用小时和天。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第二，压缩失败也会删掉原文件：压缩那段的 finally 里直接删原路径，压缩过程中出的错只打印栈。所以日志是重要证据的场景，比如审计、计费，建议先不压缩，或者自测一遍压缩路径。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现场演示：把框架自己的日志调出来。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第一步，启动。boot.sh 的 exports 已经带了 console 是 DEBUG、file 是 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第二步，另开终端发一个注册请求。注意这个接口声明的是表单，不是 JSON，所以命令里直接带 username 和 password 两个字段就行。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第三步，tail 一下文件那份。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预期结果：控制台里会出现两类「框架自己打的」日志。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第一类是 ORM 的，名字是 std.reflect.TypeInfo.get("fountain::f_orm.base.SqlExecutor")。它告诉你这是 ORM 在执行 SQL；后面是完整的 insert 语句、绑定的参数列表，最后是 consumed，也就是这条 SQL 的耗时——三毫秒两百微秒一百零一纳秒。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第二类是 MVC 的 access log，名字是处理这个请求的 controller 类。MVC.accessLog 后面依次是方法、URL、Content-Type、入参、返回值、状态码和耗时。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而文件那一份只有第二行——因为第一条是 DEBUG，被文件 appender 的 INFO 级别过滤掉了。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这一屏要讲三件事。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第一，%name 是定位问题的第一把钥匙。std.reflect.TypeInfo.get 这一行告诉你这是 ORM 在执行 SQL；consumed 后面是耗时。排查线上问题时，你需要的动作是「把级别调成 DEBUG，然后按 %name 去 grep」。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第二，fboot 生成的应用信息自动进了日志。%app 和 %appver 的值不来自任何配置文件——fboot build 读你的 cjpm.toml，生成一段代码调 AppVersion.set，日志里的应用名和版本就是从这里来的。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第三，想只看文件不看控制台？把 logger_appender_console 那两行删掉重启就行——没有配置就没有这个 appender，这正是纪律一。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 rotateDuration 改成 HOUR、rotateSize 改成 10M、compressFormat 改成 GZip，重启后 log 目录下会积累形如 fdemo.log 加时间加 gz 的文件。演示完记得把这三行撤掉，否则一小时一个文件。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运行期刷新和八个坑。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先说刷新。配置读一次就固定了吗？不是。LoggerWrapper 的 refresh 会按当前配置新建一个 LoggerAppenderFacade，然后用 CAS 把引用换过去；换的时候老的 facade 会被关闭——排空队列、关流。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所以「运行期换级别、换格式、加一个 appender」理论上是支持的，入口就是一行 LoggerFactory.refresh()。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但这里有个必须知道的现实：LoggerConfig 的 static init 里确实注册了回调，可是按第四章那条已知问题，f_config 的 refresher 前缀匹配恒不成立，Config.set 不会触发任何刷新回调。所以现阶段的实际做法是：改完配置自己调一次 refresh。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哪些配置 refresh 能改、哪些必须重启：appender 的名字、级别、pattern、路径、切割、压缩都能刷新生效；loggerAsyncTimeout、policy、异步队列容量在构造时读取，刷新也生效；但 loggerAsyncBufsize 的「池大小」那一半不行——缓冲区池是进程级静态单例，只在首次用到时按当时的配置建一次，只能重启。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所以「改配置加刷新」最适合做的是调级别，这也是线上最常用的动作；其余配置建议当成「重启才生效」来对待。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然后是八个坑，我把现象和原因列在右边，可以逐条念。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第十五章的速查卡，左边是代码，右边是配置，可以抄。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两种方式：泛型传类名，名字就是完整限定名，推荐；或者传一个字符串字面量，起任意名字。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写日志三种：惰性 lambda，级别不够零成本；模板占位，位置和具名都支持；异常，栈一起写出。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脱敏和附带属性：LoggerConfig.filter 设一个 LogFilter，可以做脱敏或改键；log.withAttrs 可以附加属性，输出成 k 和 v 的形式。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运行期刷新：LoggerFactory.refresh()，记得 f_config 的 refresher 目前不会自动触发，要手动调。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右边是配置，一类 appender 挂若干具名实例，实例各自配级别和格式。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最后收个尾，这一章的核心其实就两句话。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第一，f_log 是 stdx.log 的实现，而且默认静默——它不是「又一个日志框架」，而是「把你的日志统一收进同一条异步管道」的那一层。业务日志、MVC access log、ORM 的 SQL、第三方库日志、数据库驱动日志，全在一个文件里、同一套格式、同一个进程号。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第二，调试靠 %name 加级别，落盘靠 appender。级别挂在 appender 上，所以没有「只给某个包开 DEBUG」；来源靠 %name 认，所以排查时 grep fountain 双冒号 f_orm 加上你的日志文件路径就可以查到</a:t>
            </a:r>
            <a:r>
              <a:rPr lang="en-US" altLang="zh-CN" dirty="0"/>
              <a:t>f_orm</a:t>
            </a:r>
            <a:r>
              <a:rPr lang="zh-CN" altLang="en-US" dirty="0"/>
              <a:t>模块的日志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下一章我们把这些东西串起来：一次 POST 请求，从 f_config 装载配置开始，穿过 MVC、bean、aspect、ORM，最后落进日志文件。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这一讲三个要点：一，rotateDuration 别配亚秒级，否则每次写日志都会 rename 加重开文件；二，%name 是定位问题的第一把钥匙，排查动作是「把级别调成 DEBUG，然后按 %name 去 grep」；三，refresh 最适合做的是调级别，缓冲区池大小只能重启。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20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20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日志运维与速查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文件切割与压缩的两个注意点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现场把框架自己的日志调出来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运行期刷新与八个坑　·　日志速查卡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20 讲 / 共 25 讲　·　原稿第 99–102 页 + 首尾两页　·　约 13.8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矩形 3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2" name="矩形 321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13" name="文本框 3212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4" name="文本框 3213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文件切割与压缩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5" name="文本框 3214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默认按天切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6" name="圆角矩形 3215"/>
          <p:cNvSpPr/>
          <p:nvPr/>
        </p:nvSpPr>
        <p:spPr>
          <a:xfrm>
            <a:off x="609600" y="1143000"/>
            <a:ext cx="5905500" cy="1866900"/>
          </a:xfrm>
          <a:prstGeom prst="roundRect">
            <a:avLst>
              <a:gd name="adj" fmla="val 61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217" name="文本框 3216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切割时机与动作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8" name="文本框 3217" descr="{&quot;isTemplate&quot;:true,&quot;type&quot;:&quot;text&quot;}"/>
          <p:cNvSpPr txBox="1"/>
          <p:nvPr/>
        </p:nvSpPr>
        <p:spPr>
          <a:xfrm>
            <a:off x="781050" y="1543050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跨周期：文件创建时间早于当前时间单位的起点（按天切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今天凌晨之前创建的）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9" name="文本框 3218" descr="{&quot;isTemplate&quot;:true,&quot;type&quot;:&quot;text&quot;}"/>
          <p:cNvSpPr txBox="1"/>
          <p:nvPr/>
        </p:nvSpPr>
        <p:spPr>
          <a:xfrm>
            <a:off x="781050" y="1838325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超大小：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size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本批字节数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≥ rotateSize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（写在文件里的预判，不是事后检查）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0" name="文本框 3219" descr="{&quot;isTemplate&quot;:true,&quot;type&quot;:&quot;text&quot;}"/>
          <p:cNvSpPr txBox="1"/>
          <p:nvPr/>
        </p:nvSpPr>
        <p:spPr>
          <a:xfrm>
            <a:off x="781050" y="2171700"/>
            <a:ext cx="55626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动作：关掉当前文件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rename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成「原路径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【上一周期时间戳】」→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compressFormat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就在独立线程里压缩（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Deflate → .lz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GZip → .gz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删掉原文件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重新以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模式打开原路径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1" name="圆角矩形 3220"/>
          <p:cNvSpPr/>
          <p:nvPr/>
        </p:nvSpPr>
        <p:spPr>
          <a:xfrm>
            <a:off x="609600" y="3143250"/>
            <a:ext cx="59055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22" name="文本框 3221" descr="{&quot;isTemplate&quot;:true,&quot;type&quot;:&quot;text&quot;}"/>
          <p:cNvSpPr txBox="1"/>
          <p:nvPr/>
        </p:nvSpPr>
        <p:spPr>
          <a:xfrm>
            <a:off x="781050" y="331470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按天切、不压缩时看到的样子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3" name="文本框 3222" descr="{&quot;isTemplate&quot;:true,&quot;type&quot;:&quot;text&quot;}"/>
          <p:cNvSpPr txBox="1"/>
          <p:nvPr/>
        </p:nvSpPr>
        <p:spPr>
          <a:xfrm>
            <a:off x="781050" y="3543300"/>
            <a:ext cx="55626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当前正在写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log/fdemo.log.20261001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昨天那份（后缀是「上一个周期」）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224" name="文本框 3223" descr="{&quot;isTemplate&quot;:true,&quot;type&quot;:&quot;text&quot;}"/>
          <p:cNvSpPr txBox="1"/>
          <p:nvPr/>
        </p:nvSpPr>
        <p:spPr>
          <a:xfrm>
            <a:off x="781050" y="4105275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export logger_appender_myfile_url=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5" name="文本框 3224" descr="{&quot;isTemplate&quot;:true,&quot;type&quot;:&quot;text&quot;}"/>
          <p:cNvSpPr txBox="1"/>
          <p:nvPr/>
        </p:nvSpPr>
        <p:spPr>
          <a:xfrm>
            <a:off x="781050" y="4324350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'file://./log/app.log?rotateSize=100M&amp;rotateDuration=HOUR&amp;compressFormat=GZip'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6" name="文本框 3225" descr="{&quot;isTemplate&quot;:true,&quot;type&quot;:&quot;text&quot;}"/>
          <p:cNvSpPr txBox="1"/>
          <p:nvPr/>
        </p:nvSpPr>
        <p:spPr>
          <a:xfrm>
            <a:off x="781050" y="5867400"/>
            <a:ext cx="5562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_url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是一个字符串替代四个配置项，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参数优先于独立配置项；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rotateSize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100k / 10M / 1G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7" name="圆角矩形 3226"/>
          <p:cNvSpPr/>
          <p:nvPr/>
        </p:nvSpPr>
        <p:spPr>
          <a:xfrm>
            <a:off x="6705600" y="1143000"/>
            <a:ext cx="4876800" cy="2867025"/>
          </a:xfrm>
          <a:prstGeom prst="roundRect">
            <a:avLst>
              <a:gd name="adj" fmla="val 3987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28" name="文本框 3227" descr="{&quot;isTemplate&quot;:true,&quot;type&quot;:&quot;text&quot;}"/>
          <p:cNvSpPr txBox="1"/>
          <p:nvPr/>
        </p:nvSpPr>
        <p:spPr>
          <a:xfrm>
            <a:off x="6877050" y="1314450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rotateDuration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不要配亚秒级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9" name="文本框 3228" descr="{&quot;isTemplate&quot;:true,&quot;type&quot;:&quot;text&quot;}"/>
          <p:cNvSpPr txBox="1"/>
          <p:nvPr/>
        </p:nvSpPr>
        <p:spPr>
          <a:xfrm>
            <a:off x="6877050" y="15811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MILLISECOND / MICROSECOND / NANOSECOND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都不要用。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0" name="文本框 3229" descr="{&quot;isTemplate&quot;:true,&quot;type&quot;:&quot;text&quot;}"/>
          <p:cNvSpPr txBox="1"/>
          <p:nvPr/>
        </p:nvSpPr>
        <p:spPr>
          <a:xfrm>
            <a:off x="6877050" y="1943100"/>
            <a:ext cx="45339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切割后文件名的后缀粒度只到秒，而「跨周期」判断几乎每次写入都会成立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结果是每次写日志都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一次加重开文件。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1" name="文本框 3230" descr="{&quot;isTemplate&quot;:true,&quot;type&quot;:&quot;text&quot;}"/>
          <p:cNvSpPr txBox="1"/>
          <p:nvPr/>
        </p:nvSpPr>
        <p:spPr>
          <a:xfrm>
            <a:off x="6877050" y="25622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MINUTE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起步，常用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HOUR / DAY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2" name="圆角矩形 3231"/>
          <p:cNvSpPr/>
          <p:nvPr/>
        </p:nvSpPr>
        <p:spPr>
          <a:xfrm>
            <a:off x="6705600" y="4143375"/>
            <a:ext cx="4876800" cy="2143125"/>
          </a:xfrm>
          <a:prstGeom prst="roundRect">
            <a:avLst>
              <a:gd name="adj" fmla="val 5333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33" name="文本框 3232" descr="{&quot;isTemplate&quot;:true,&quot;type&quot;:&quot;text&quot;}"/>
          <p:cNvSpPr txBox="1"/>
          <p:nvPr/>
        </p:nvSpPr>
        <p:spPr>
          <a:xfrm>
            <a:off x="6877050" y="4314825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压缩失败也会删掉原文件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4" name="文本框 3233" descr="{&quot;isTemplate&quot;:true,&quot;type&quot;:&quot;text&quot;}"/>
          <p:cNvSpPr txBox="1"/>
          <p:nvPr/>
        </p:nvSpPr>
        <p:spPr>
          <a:xfrm>
            <a:off x="6877050" y="45815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压缩那段的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finally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removeIfExists(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原路径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，压缩过程中出的错只打印栈。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5" name="文本框 3234" descr="{&quot;isTemplate&quot;:true,&quot;type&quot;:&quot;text&quot;}"/>
          <p:cNvSpPr txBox="1"/>
          <p:nvPr/>
        </p:nvSpPr>
        <p:spPr>
          <a:xfrm>
            <a:off x="6877050" y="58483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日志是重要证据的场景（审计、计费）建议先不压缩，或者自测一遍压缩路径。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6" name="任意多边形 323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37" name="文本框 323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8" name="文本框 323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0" name="矩形 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819150" y="304800"/>
            <a:ext cx="9363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19150" y="514350"/>
            <a:ext cx="9363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现场演示：把框架自己的日志调出来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10353675" y="590550"/>
            <a:ext cx="1228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是第一把钥匙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09600" y="114300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62000" y="12954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命令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2000" y="152400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cd fdemo &amp;&amp; ./boot.sh run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①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启动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762000" y="176212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 POST 'http://127.0.0.1:8080/api/user/register'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62000" y="200025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-d 'username=fountain&amp;password=123456'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发注册请求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62000" y="223837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tail -f ./log/fdemo.log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看文件那份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09600" y="2781300"/>
            <a:ext cx="4762500" cy="3505200"/>
          </a:xfrm>
          <a:prstGeom prst="roundRect">
            <a:avLst>
              <a:gd name="adj" fmla="val 32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62000" y="29337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预期（控制台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FDemoConsole / DEBUG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62000" y="3162300"/>
            <a:ext cx="445770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[DEBUG-std.reflect.TypeInfo.get("fountain::f_orm.base.SqlExecutor")]|12876;postgres is executing a sql: insert into user_info( "id" , "username" , "password" , "save_time" )values(?,?,?,?) returning id, args: […], consumed: 3ms200us101ns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62000" y="4095750"/>
            <a:ext cx="4733925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[INFO-std.reflect.TypeInfo.get("fountain::user.controller.CurrentUserController")]|12876;MVC.accessLog:POST:/api/user/register?username=…; consumes:Some(application/x-www-form-urlencoded); params:[…]; returned:…; status:200; elapsed:2ms300us123ns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62000" y="5667375"/>
            <a:ext cx="44577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文件（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FDemoFile / INFO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）里只有第二行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第一条是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，被文件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过滤掉了。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562600" y="1143000"/>
            <a:ext cx="6019800" cy="1924050"/>
          </a:xfrm>
          <a:prstGeom prst="roundRect">
            <a:avLst>
              <a:gd name="adj" fmla="val 5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5715000" y="12954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是定位问题的第一把钥匙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715000" y="15335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std.reflect.TypeInfo.get("fountain::f_orm.base.SqlExecutor")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告诉你：这是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在执行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consumed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后面是这条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的耗时。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715000" y="205740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这一行是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access log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名字就是处理这个请求的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715000" y="2676525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排查动作：把级别调成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，然后按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去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grep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562600" y="3181350"/>
            <a:ext cx="6019800" cy="1847850"/>
          </a:xfrm>
          <a:prstGeom prst="roundRect">
            <a:avLst>
              <a:gd name="adj" fmla="val 618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715000" y="333375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生成的应用信息自动进了日志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715000" y="35718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的值不来自任何配置文件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生成版本模块，日志里的应用名与版本从这里来。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715000" y="44100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想只看文件不看控制台？把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logger_appender_console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那两行删掉重启即可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没有配置就没有这个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5562600" y="5143500"/>
            <a:ext cx="6019800" cy="1143000"/>
          </a:xfrm>
          <a:prstGeom prst="roundRect">
            <a:avLst>
              <a:gd name="adj" fmla="val 1000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715000" y="52959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再演示一次「按小时切</a:t>
            </a: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压缩」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715000" y="55340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rotateDuration=HOUR / rotateSize=10M / compressFormat=GZip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，重启后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目录会积累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fdemo.log.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【时间】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.gz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715000" y="603885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演示完记得把这三行撤掉，否则一小时一个文件。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19150" y="304800"/>
            <a:ext cx="9401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15.8 / 15.9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19150" y="514350"/>
            <a:ext cx="9401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运行期刷新与八个坑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0391775" y="590550"/>
            <a:ext cx="1190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改完记得手动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refresh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609600" y="1143000"/>
          <a:ext cx="10972800" cy="1238252"/>
        </p:xfrm>
        <a:graphic>
          <a:graphicData uri="http://schemas.openxmlformats.org/drawingml/2006/table">
            <a:tbl>
              <a:tblPr/>
              <a:tblGrid>
                <a:gridCol w="4981117"/>
                <a:gridCol w="5991683"/>
              </a:tblGrid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生效方式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appender 的名字、级别、pattern、路径、切割、压缩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LoggerFactory.refresh() 生效（重建 facade 与 appender）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 / TimeoutPolicy / 异步队列容量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logger / appender 构造时读取，refresh() 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 的「池大小」那一半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缓冲区池是进程级静态单例，只在首次用到时建一次 —— 只能重启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表格 87"/>
          <p:cNvGraphicFramePr/>
          <p:nvPr/>
        </p:nvGraphicFramePr>
        <p:xfrm>
          <a:off x="609600" y="2495550"/>
          <a:ext cx="10972800" cy="3676653"/>
        </p:xfrm>
        <a:graphic>
          <a:graphicData uri="http://schemas.openxmlformats.org/drawingml/2006/table">
            <a:tbl>
              <a:tblPr/>
              <a:tblGrid>
                <a:gridCol w="218265"/>
                <a:gridCol w="3070598"/>
                <a:gridCol w="7683936"/>
              </a:tblGrid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没配任何 appender。fountain 默认静默，至少要 logger_appender_console=【名字】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配了级别没生效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写成了 logger_appender_console_level。级别挂在「你起的名字」上：logger_appender_FDemoConsole_level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DEBUG，做不到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上，没有 logger 名字树。要分来源就加一个 appender 配不同 pattern，用 %name 区分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高并发时丢日志，控制台出现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缓冲区池（默认 1024）被占满且 5ms 内没借到。加大 loggerAsyncBufsize，或接受丢弃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业务线程偶发变慢 / 卡顿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队列满时默认 timeout=Duration.Max 会一直等。要「宁可丢日志」就设 10ms + 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日志按秒切割，文件爆炸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rotateDuration 配了亚秒级。按 MINUTE 起步，常用 HOUR / 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loggerAsyncBufsize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它同时是缓冲区池的大小，而池是进程级静态单例 —— 只能重启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loggerAsyncTimeout / _policy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这两个值在构造时读取，改完要 LoggerFactory.refresh()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" name="任意多边形 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4" name="矩形 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logger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：名字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完整限定名（推荐）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或任意字面量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log2 = LoggerFactory.getLogger('my.business')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81050" y="2352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写日志：惰性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lambda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模板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异常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2590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81050" y="2828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81050" y="3067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userPo)   // @DataAssist[fields]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81050" y="3305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log.error('...',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81050" y="3638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脱敏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附带属性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81050" y="3876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LoggerConfig.filter = MyLogFilter()   // LogFilter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接口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81050" y="4114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log.withAttrs([Attr('traceId', LogValue('...'))])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81050" y="4448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LoggerFactory.refresh()   // f_config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refresher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目前不会自动触发，要手动调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8105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 / warnEnabled / errorEnabled / fatalEnabled / logLevelEnabled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）用于热路径前置判断。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配置：一类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挂若干具名实例，实例各自配级别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logger_appender_console=FDemoConsole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logger_appender_FDemoConsole_level=DEBUG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362700" y="20193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logger_appender_FDemoConsole_pattern='[%level-%name]%d{yyyy/MM/dd,HH:mm:ss.SSS}|%tid;%m'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362700" y="25622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logger_appender_file=FDemoFile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362700" y="28003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362700" y="30384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logger_appender_FDemoFile_path=./log/fdemo.log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362700" y="32766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logger_appender_FDemoFile_rotateDuration=DAY    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362700" y="35147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362700" y="39814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6362700" y="42195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logger_asyncWaitTimeout=5ms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借不到缓冲区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丢弃本条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362700" y="44577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362700" y="46958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loggerAsyncTimeout=10ms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队列满时的等待（默认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Duration.Max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＝死等）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362700" y="51625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loggerAsyncTimeoutPolicy=discard   # discard / abort / alwaysWaiting</a:t>
            </a:r>
            <a:endParaRPr lang="en-US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362700" y="5876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核心两句话：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的实现且默认静默；调试靠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+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级别，落盘靠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20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日志运维与速查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文件切割与压缩的两个注意点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现场把框架自己的日志调出来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运行期刷新与八个坑　·　日志速查卡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下一讲：串讲与底座总览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
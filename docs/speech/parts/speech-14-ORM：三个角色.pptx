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这一讲进入第十二章 ORM，先把三个角色讲清楚。PO 上两个宏，@QueryMappersGenerator 会生成六样东西；DAO 最反直觉——@DAO 展开后没有实现类，SqlExecutor 本身就是实现，四条约束都是这句话的推论；Service 上要注意用 @TransactionalService 而不是 @Bean，否则事务不生效。最后是两条铁律。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进入第三个板块，数据与安全。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三章内容：第十二章 ORM，这是全场最长的一章，重点是 PO、DAO、Service 三个角色，三种构造 SQL 的方式，以及事务控制。第十三章安全和 JWT，讲登录状态怎么检查、怎么用 JWT 维持会话。第十四章 CRON 定时任务，很短，六分钟带过。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这个板块的核心是第十二章。ORM 里最反直觉的一点是 DAO 就是接口——加了 @DAO 以后 SqlExecutor 本身就是实现。这一点第一次看会觉得不可思议，但它解决的是「DAO 实现类全是模板代码」这个真问题。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事务部分要展开讲：三种开启方式、七种传播行为、七种事务钩子的调用顺序，还有「为什么同一线程共用连接」这个底层原理。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安全部分不讲密码学，只讲 fountain 的抽象：AuthHandler 怎么被挑选、AuthStatus 有哪几种、JWT 怎么从 Authorization 头里取出来校验。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第十二章 ORM，先从第一个角色 PO 说起。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看右边这段代码。类上是两个宏：@DataAssist 带 fields 和 tostring；@QueryMappersGenerator 带 table 参数 user_info，还有一个 dirty 标记。字段上是 @ORMField：id 上是 true 加列名，true 表示主键；username、password、save_time 各自声明列名。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@QueryMappersGenerator 会生成六样东西：queryMappers 静态函数，做结果集到对象的映射；tableName 静态函数，返回表名；tableColumns，返回列对象集合——注意它的属性名是列名，不是成员名；isSimpleData，PO 返回 false；一个列集合类，每个列一个 Column 属性；还有 TableMetas.register，供 migro 做表结构比对时发现。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属性写法有好几种：直接写表名，或者 table 冒号表名；用 table 加命名策略让类名按策略转表名；配表名前缀后缀；配类名前缀后缀，转表名前先剥离类名的前后缀；dirty 是给 setter 注入脏字段标记。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@ORMField 的语法各部分是可选、顺序任意的：true 或 id 是主键，false 是非主键，字符串是列名，命名策略有四种，还有 converter 指定转换器 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还有两个编译期约束有必要说：第一，@ORMField 只能修饰 public var 成员变量或者 public mut prop，而且必须是非静态实例成员。第二，@DataAssist 要写在 @QueryMappersGenerator 之前，因为</a:t>
            </a:r>
            <a:r>
              <a:rPr lang="en-US" altLang="zh-CN" dirty="0"/>
              <a:t>QueryMappersGenerator</a:t>
            </a:r>
            <a:r>
              <a:rPr lang="zh-CN" altLang="en-US" dirty="0"/>
              <a:t>展开要生成实例属性，并为属性添加脏字段标记，如果顺序反了会出异常</a:t>
            </a:r>
            <a:r>
              <a:rPr lang="zh-CN" dirty="0"/>
              <a:t>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第二个角色是 DAO，这是 ORM 最反直觉也最爽的一点。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看右边这段代码：@DAO 修饰一个接口，接口继承 RootDAO，里面三个函数都有函数体——findUser 用 DSL 查询，register 用插入并返回自增主键，deleteUser 用模板 SQL 删除。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@DAO 宏展开的结果是「原接口后面跟着一个 extend SqlExecutor 实现了这个接口」。也就是说：没有 DAO 实现类，SqlExecutor 本身就是实现，接口里写的函数体就是方法实现。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为什么能做到？因为 SqlExecutor 是所有 DAO 的公共载体，宏把接口的方法挂到它身上。所以约束是这么来的：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第一，DAO 必须声明为接口，而且所有函数都要有默认实现——没有实现类，没有函数体无法编译。</a:t>
            </a:r>
            <a:endParaRPr lang="zh-CN" dirty="0"/>
          </a:p>
          <a:p>
            <a:r>
              <a:rPr lang="zh-CN" dirty="0"/>
              <a:t>第二，建议 public 修饰、不要泛型形参、继承 RootDAO。</a:t>
            </a:r>
            <a:endParaRPr lang="zh-CN" dirty="0"/>
          </a:p>
          <a:p>
            <a:r>
              <a:rPr lang="zh-CN" dirty="0"/>
              <a:t>第三，一个持久化对象对应一个 DAO 接口。</a:t>
            </a:r>
            <a:endParaRPr lang="zh-CN" dirty="0"/>
          </a:p>
          <a:p>
            <a:r>
              <a:rPr lang="zh-CN" dirty="0"/>
              <a:t>第四，同一模块内所有 DAO 的函数名最好不要重名——因为它们都挂在同一个 SqlExecutor 上。这一条很容易踩，两个 DAO 都写 findById 就冲突了。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理解了这四条，DAO 就没有坑了。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第三个角色是 Service。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fdemo 的写法。接口 UserService 继承 RootService，里面声明业务方法。实现类 UserServiceImpl 上是 @TransactionalService，而不是 @Bean。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RootService 提供四个东西：executor()、executor 带驱动名做形参的重载、dao 泛型、dao 泛型带驱动名。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@TransactionalService 其实是 f_aspect 的 WeavedBean 的重导出——它把 Service 织进切面链，事务切面才能生效。所以如果你用了 @Bean，事务不会生效。这是第十八章的一个高频坑：事务没生效，第一个要查的就是这里。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下面是两条铁律，这是最常见的线上事故来源。</a:t>
            </a:r>
            <a:endParaRPr lang="zh-CN" dirty="0"/>
          </a:p>
          <a:p>
            <a:r>
              <a:rPr lang="zh-CN" dirty="0"/>
              <a:t>第一条：每次调用 DAO 函数都必须从 executor() 开始，不要试图声明 SqlExecutor 或者 DAO 接口类型的变量。原因是 SqlExecutor 缓存在 ThreadLocal 里按驱动名区分，你把它存成字段，线程切换后就拿到别的连接了。</a:t>
            </a:r>
            <a:endParaRPr lang="zh-CN" dirty="0"/>
          </a:p>
          <a:p>
            <a:r>
              <a:rPr lang="zh-CN" dirty="0"/>
              <a:t>第二条：一个 DAO 函数只执行一个 SQL，或者一次分页查询——一次 count 加一次列表。因为同一个 SqlExecutor 上不允许并发，一次</a:t>
            </a:r>
            <a:r>
              <a:rPr lang="en-US" altLang="zh-CN" dirty="0"/>
              <a:t>sql</a:t>
            </a:r>
            <a:r>
              <a:rPr lang="zh-CN" altLang="en-US" dirty="0"/>
              <a:t>或分页查询执行完成就把连接归还了连接池，</a:t>
            </a:r>
            <a:r>
              <a:rPr lang="en-US" altLang="zh-CN" dirty="0"/>
              <a:t>SqlExecutor</a:t>
            </a:r>
            <a:r>
              <a:rPr lang="zh-CN" altLang="en-US" dirty="0"/>
              <a:t>也不再持有连接，如果多次使用同一个</a:t>
            </a:r>
            <a:r>
              <a:rPr lang="en-US" altLang="zh-CN" dirty="0"/>
              <a:t>SqlExecutor</a:t>
            </a:r>
            <a:r>
              <a:rPr lang="zh-CN" altLang="en-US" dirty="0"/>
              <a:t>变量调用</a:t>
            </a:r>
            <a:r>
              <a:rPr lang="en-US" altLang="zh-CN" dirty="0"/>
              <a:t>DAO</a:t>
            </a:r>
            <a:r>
              <a:rPr lang="zh-CN" altLang="en-US" dirty="0"/>
              <a:t>函数，会发生异常</a:t>
            </a:r>
            <a:r>
              <a:rPr lang="zh-CN" dirty="0"/>
              <a:t>。所以在</a:t>
            </a:r>
            <a:r>
              <a:rPr lang="en-US" altLang="zh-CN" dirty="0"/>
              <a:t>Service</a:t>
            </a:r>
            <a:r>
              <a:rPr lang="zh-CN" altLang="en-US" dirty="0"/>
              <a:t>函数内每次调用</a:t>
            </a:r>
            <a:r>
              <a:rPr lang="en-US" altLang="zh-CN" dirty="0"/>
              <a:t>DAO</a:t>
            </a:r>
            <a:r>
              <a:rPr lang="zh-CN" altLang="en-US" dirty="0"/>
              <a:t>函数前都使用</a:t>
            </a:r>
            <a:r>
              <a:rPr lang="en-US" altLang="zh-CN" dirty="0"/>
              <a:t>RootService</a:t>
            </a:r>
            <a:r>
              <a:rPr lang="zh-CN" altLang="en-US" dirty="0"/>
              <a:t>的</a:t>
            </a:r>
            <a:r>
              <a:rPr lang="en-US" altLang="zh-CN" dirty="0"/>
              <a:t>executor</a:t>
            </a:r>
            <a:r>
              <a:rPr lang="zh-CN" altLang="en-US" dirty="0"/>
              <a:t>函数获取</a:t>
            </a:r>
            <a:r>
              <a:rPr lang="en-US" altLang="zh-CN" dirty="0"/>
              <a:t>SqlExecutor</a:t>
            </a:r>
            <a:r>
              <a:rPr lang="zh-CN" altLang="en-US" dirty="0"/>
              <a:t>实例。</a:t>
            </a:r>
            <a:r>
              <a:rPr lang="en-US" altLang="zh-CN" dirty="0"/>
              <a:t>SqlExecutor</a:t>
            </a:r>
            <a:r>
              <a:rPr lang="zh-CN" altLang="en-US" dirty="0"/>
              <a:t>内部使用</a:t>
            </a:r>
            <a:r>
              <a:rPr lang="en-US" altLang="zh-CN" dirty="0"/>
              <a:t>ThreadLocal</a:t>
            </a:r>
            <a:r>
              <a:rPr lang="zh-CN" altLang="en-US" dirty="0"/>
              <a:t>维持</a:t>
            </a:r>
            <a:r>
              <a:rPr lang="en-US" altLang="zh-CN" dirty="0"/>
              <a:t>SqlExecutor</a:t>
            </a:r>
            <a:r>
              <a:rPr lang="zh-CN" altLang="en-US" dirty="0"/>
              <a:t>实例，一个线程内每次调用</a:t>
            </a:r>
            <a:r>
              <a:rPr lang="en-US" altLang="zh-CN" dirty="0"/>
              <a:t>executor</a:t>
            </a:r>
            <a:r>
              <a:rPr lang="zh-CN" altLang="en-US" dirty="0"/>
              <a:t>函数获取同一个</a:t>
            </a:r>
            <a:r>
              <a:rPr lang="en-US" altLang="zh-CN" dirty="0"/>
              <a:t>SqlExecutor</a:t>
            </a:r>
            <a:r>
              <a:rPr lang="zh-CN" altLang="en-US" dirty="0"/>
              <a:t>实例，并往</a:t>
            </a:r>
            <a:r>
              <a:rPr lang="en-US" altLang="zh-CN" dirty="0"/>
              <a:t>SqlExecutor</a:t>
            </a:r>
            <a:r>
              <a:rPr lang="zh-CN" altLang="en-US" dirty="0"/>
              <a:t>填充数据库连接。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这两条记住，ORM 基本不会出事故。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这一讲四个要点：一，DAO 必须是接口且所有函数都要有默认实现，同一模块内函数名不能重名；二，每次调用 DAO 都要从 executor() 开始，不要把它存成变量；三，一个 DAO 函数只执行一个 SQL；四，PO 上的顺序约束是 @DataAssist 必须写在 @QueryMappersGenerator 之前。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14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14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ORM：三个角色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PO：@QueryMappersGenerator 生成什么，@ORMField 的约束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DAO：接口即实现，四条约束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Service 与两条铁律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14 讲 / 共 25 讲　·　原稿第 75–78 页 + 首尾两页　·　约 12.4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矩形 24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53" name="文本框 2452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03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2454" name="矩形 245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55" name="文本框 2454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03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6" name="文本框 2455" descr="{&quot;isTemplate&quot;:true,&quot;type&quot;:&quot;text&quot;}"/>
          <p:cNvSpPr txBox="1"/>
          <p:nvPr/>
        </p:nvSpPr>
        <p:spPr>
          <a:xfrm>
            <a:off x="1143000" y="2419350"/>
            <a:ext cx="26670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数据与安全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7" name="矩形 2456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58" name="文本框 2457" descr="{&quot;isTemplate&quot;:true,&quot;type&quot;:&quot;text&quot;}"/>
          <p:cNvSpPr txBox="1"/>
          <p:nvPr/>
        </p:nvSpPr>
        <p:spPr>
          <a:xfrm>
            <a:off x="1143000" y="3733800"/>
            <a:ext cx="6134100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 / DAO / Service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三角色　·　三种构造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的方式　·　分页与方言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9" name="文本框 2458" descr="{&quot;isTemplate&quot;:true,&quot;type&quot;:&quot;text&quot;}"/>
          <p:cNvSpPr txBox="1"/>
          <p:nvPr/>
        </p:nvSpPr>
        <p:spPr>
          <a:xfrm>
            <a:off x="1143000" y="4076700"/>
            <a:ext cx="515302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事务三种开启方式与事务钩子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f_security + f_jwt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f_ticktock</a:t>
            </a:r>
            <a:endParaRPr lang="en-US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0" name="文本框 2459" descr="{&quot;isTemplate&quot;:true,&quot;type&quot;:&quot;text&quot;}"/>
          <p:cNvSpPr txBox="1"/>
          <p:nvPr/>
        </p:nvSpPr>
        <p:spPr>
          <a:xfrm>
            <a:off x="1143000" y="4876800"/>
            <a:ext cx="733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12–14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1" name="矩形 2460"/>
          <p:cNvSpPr/>
          <p:nvPr/>
        </p:nvSpPr>
        <p:spPr>
          <a:xfrm>
            <a:off x="210502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462" name="文本框 2461" descr="{&quot;isTemplate&quot;:true,&quot;type&quot;:&quot;text&quot;}"/>
          <p:cNvSpPr txBox="1"/>
          <p:nvPr/>
        </p:nvSpPr>
        <p:spPr>
          <a:xfrm>
            <a:off x="2343150" y="4876800"/>
            <a:ext cx="1000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76–92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3" name="矩形 2462"/>
          <p:cNvSpPr/>
          <p:nvPr/>
        </p:nvSpPr>
        <p:spPr>
          <a:xfrm>
            <a:off x="357187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464" name="文本框 2463" descr="{&quot;isTemplate&quot;:true,&quot;type&quot;:&quot;text&quot;}"/>
          <p:cNvSpPr txBox="1"/>
          <p:nvPr/>
        </p:nvSpPr>
        <p:spPr>
          <a:xfrm>
            <a:off x="3810000" y="4876800"/>
            <a:ext cx="77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51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矩形 24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67" name="矩形 24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68" name="文本框 2467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9" name="文本框 2468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三个角色之一：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PO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0" name="文本框 2469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用宏生成列映射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1" name="圆角矩形 2470"/>
          <p:cNvSpPr/>
          <p:nvPr/>
        </p:nvSpPr>
        <p:spPr>
          <a:xfrm>
            <a:off x="609600" y="1143000"/>
            <a:ext cx="53340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472" name="文本框 2471" descr="{&quot;isTemplate&quot;:true,&quot;type&quot;:&quot;text&quot;}"/>
          <p:cNvSpPr txBox="1"/>
          <p:nvPr/>
        </p:nvSpPr>
        <p:spPr>
          <a:xfrm>
            <a:off x="781050" y="1314450"/>
            <a:ext cx="4991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fdemo/user/src/model/po/UserPO.cj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3" name="文本框 2472" descr="{&quot;isTemplate&quot;:true,&quot;type&quot;:&quot;text&quot;}"/>
          <p:cNvSpPr txBox="1"/>
          <p:nvPr/>
        </p:nvSpPr>
        <p:spPr>
          <a:xfrm>
            <a:off x="781050" y="15430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@DataAssist[fields tostring]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74" name="文本框 2473" descr="{&quot;isTemplate&quot;:true,&quot;type&quot;:&quot;text&quot;}"/>
          <p:cNvSpPr txBox="1"/>
          <p:nvPr/>
        </p:nvSpPr>
        <p:spPr>
          <a:xfrm>
            <a:off x="781050" y="17811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@QueryMappersGenerator[table: user_info dirty]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75" name="文本框 2474" descr="{&quot;isTemplate&quot;:true,&quot;type&quot;:&quot;text&quot;}"/>
          <p:cNvSpPr txBox="1"/>
          <p:nvPr/>
        </p:nvSpPr>
        <p:spPr>
          <a:xfrm>
            <a:off x="781050" y="20193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UserPO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76" name="文本框 2475" descr="{&quot;isTemplate&quot;:true,&quot;type&quot;:&quot;text&quot;}"/>
          <p:cNvSpPr txBox="1"/>
          <p:nvPr/>
        </p:nvSpPr>
        <p:spPr>
          <a:xfrm>
            <a:off x="781050" y="22574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@ORMField[true 'id']        // true =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主键；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'id' =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列名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77" name="文本框 2476" descr="{&quot;isTemplate&quot;:true,&quot;type&quot;:&quot;text&quot;}"/>
          <p:cNvSpPr txBox="1"/>
          <p:nvPr/>
        </p:nvSpPr>
        <p:spPr>
          <a:xfrm>
            <a:off x="781050" y="24955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id: Int64 = 0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78" name="文本框 2477" descr="{&quot;isTemplate&quot;:true,&quot;type&quot;:&quot;text&quot;}"/>
          <p:cNvSpPr txBox="1"/>
          <p:nvPr/>
        </p:nvSpPr>
        <p:spPr>
          <a:xfrm>
            <a:off x="781050" y="27336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@ORMField['username']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79" name="文本框 2478" descr="{&quot;isTemplate&quot;:true,&quot;type&quot;:&quot;text&quot;}"/>
          <p:cNvSpPr txBox="1"/>
          <p:nvPr/>
        </p:nvSpPr>
        <p:spPr>
          <a:xfrm>
            <a:off x="781050" y="29718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username: String = 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0" name="文本框 2479" descr="{&quot;isTemplate&quot;:true,&quot;type&quot;:&quot;text&quot;}"/>
          <p:cNvSpPr txBox="1"/>
          <p:nvPr/>
        </p:nvSpPr>
        <p:spPr>
          <a:xfrm>
            <a:off x="781050" y="32099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@ORMField['password']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81" name="文本框 2480" descr="{&quot;isTemplate&quot;:true,&quot;type&quot;:&quot;text&quot;}"/>
          <p:cNvSpPr txBox="1"/>
          <p:nvPr/>
        </p:nvSpPr>
        <p:spPr>
          <a:xfrm>
            <a:off x="781050" y="34480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password: String = 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2" name="文本框 2481" descr="{&quot;isTemplate&quot;:true,&quot;type&quot;:&quot;text&quot;}"/>
          <p:cNvSpPr txBox="1"/>
          <p:nvPr/>
        </p:nvSpPr>
        <p:spPr>
          <a:xfrm>
            <a:off x="781050" y="36861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@ORMField['save_time']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83" name="文本框 2482" descr="{&quot;isTemplate&quot;:true,&quot;type&quot;:&quot;text&quot;}"/>
          <p:cNvSpPr txBox="1"/>
          <p:nvPr/>
        </p:nvSpPr>
        <p:spPr>
          <a:xfrm>
            <a:off x="781050" y="39243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saveTime: ?DateTime = None&lt;DateTime&gt;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4" name="文本框 2483" descr="{&quot;isTemplate&quot;:true,&quot;type&quot;:&quot;text&quot;}"/>
          <p:cNvSpPr txBox="1"/>
          <p:nvPr/>
        </p:nvSpPr>
        <p:spPr>
          <a:xfrm>
            <a:off x="781050" y="41624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5" name="文本框 2484" descr="{&quot;isTemplate&quot;:true,&quot;type&quot;:&quot;text&quot;}"/>
          <p:cNvSpPr txBox="1"/>
          <p:nvPr/>
        </p:nvSpPr>
        <p:spPr>
          <a:xfrm>
            <a:off x="781050" y="5648325"/>
            <a:ext cx="4991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约束：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@ORMField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只能修饰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public var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public mut prop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，且必须是非静态实例成员；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@DataAssist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要写在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之前。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486" name="表格 2485"/>
          <p:cNvGraphicFramePr/>
          <p:nvPr/>
        </p:nvGraphicFramePr>
        <p:xfrm>
          <a:off x="6134100" y="1143000"/>
          <a:ext cx="5448300" cy="3200400"/>
        </p:xfrm>
        <a:graphic>
          <a:graphicData uri="http://schemas.openxmlformats.org/drawingml/2006/table">
            <a:tbl>
              <a:tblPr/>
              <a:tblGrid>
                <a:gridCol w="2147647"/>
                <a:gridCol w="3300653"/>
              </a:tblGrid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生成物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用途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queryMappers()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结果集 → 对象的映射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tableName()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表名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tableColumns()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列对象集合（属性名是列名，不是成员名）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isSimpleData()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PO 返回 false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【PO类名】__cOlUmns___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列集合类，每列一个 Column 属性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TableMetas.register&lt;T&gt;()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供 migro（表结构比对）发现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87" name="圆角矩形 2486"/>
          <p:cNvSpPr/>
          <p:nvPr/>
        </p:nvSpPr>
        <p:spPr>
          <a:xfrm>
            <a:off x="6134100" y="4476750"/>
            <a:ext cx="5448300" cy="1809750"/>
          </a:xfrm>
          <a:prstGeom prst="roundRect">
            <a:avLst>
              <a:gd name="adj" fmla="val 631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488" name="文本框 2487" descr="{&quot;isTemplate&quot;:true,&quot;type&quot;:&quot;text&quot;}"/>
          <p:cNvSpPr txBox="1"/>
          <p:nvPr/>
        </p:nvSpPr>
        <p:spPr>
          <a:xfrm>
            <a:off x="6305550" y="4648200"/>
            <a:ext cx="5105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@QueryMappersGenerator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的属性写法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9" name="文本框 2488" descr="{&quot;isTemplate&quot;:true,&quot;type&quot;:&quot;text&quot;}"/>
          <p:cNvSpPr txBox="1"/>
          <p:nvPr/>
        </p:nvSpPr>
        <p:spPr>
          <a:xfrm>
            <a:off x="6305550" y="488632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[user_info] / [table: 'user_info']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表名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0" name="文本框 2489" descr="{&quot;isTemplate&quot;:true,&quot;type&quot;:&quot;text&quot;}"/>
          <p:cNvSpPr txBox="1"/>
          <p:nvPr/>
        </p:nvSpPr>
        <p:spPr>
          <a:xfrm>
            <a:off x="6305550" y="517207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[table: LowerUnderScore]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类名按策略转表名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1" name="文本框 2490" descr="{&quot;isTemplate&quot;:true,&quot;type&quot;:&quot;text&quot;}"/>
          <p:cNvSpPr txBox="1"/>
          <p:nvPr/>
        </p:nvSpPr>
        <p:spPr>
          <a:xfrm>
            <a:off x="6305550" y="545782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[tablePrefix: 't_' tableSuffix: '_tab']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表名前后缀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2" name="文本框 2491" descr="{&quot;isTemplate&quot;:true,&quot;type&quot;:&quot;text&quot;}"/>
          <p:cNvSpPr txBox="1"/>
          <p:nvPr/>
        </p:nvSpPr>
        <p:spPr>
          <a:xfrm>
            <a:off x="6305550" y="574357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[classPrefix: 'F_' classSuffix: 'PO']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转表名前剥离类名前后缀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3" name="文本框 2492" descr="{&quot;isTemplate&quot;:true,&quot;type&quot;:&quot;text&quot;}"/>
          <p:cNvSpPr txBox="1"/>
          <p:nvPr/>
        </p:nvSpPr>
        <p:spPr>
          <a:xfrm>
            <a:off x="6305550" y="602932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[dirty]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setter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注入脏字段标记；可与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table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组合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4" name="任意多边形 249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95" name="文本框 249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6" name="文本框 249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矩形 24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99" name="矩形 249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500" name="文本框 2499" descr="{&quot;isTemplate&quot;:true,&quot;type&quot;:&quot;text&quot;}"/>
          <p:cNvSpPr txBox="1"/>
          <p:nvPr/>
        </p:nvSpPr>
        <p:spPr>
          <a:xfrm>
            <a:off x="819150" y="304800"/>
            <a:ext cx="962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1" name="文本框 2500" descr="{&quot;isTemplate&quot;:true,&quot;type&quot;:&quot;text&quot;}"/>
          <p:cNvSpPr txBox="1"/>
          <p:nvPr/>
        </p:nvSpPr>
        <p:spPr>
          <a:xfrm>
            <a:off x="819150" y="514350"/>
            <a:ext cx="9620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三个角色之二：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DAO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就是接口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2" name="文本框 2501" descr="{&quot;isTemplate&quot;:true,&quot;type&quot;:&quot;text&quot;}"/>
          <p:cNvSpPr txBox="1"/>
          <p:nvPr/>
        </p:nvSpPr>
        <p:spPr>
          <a:xfrm>
            <a:off x="10610850" y="590550"/>
            <a:ext cx="971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没有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实现类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3" name="圆角矩形 2502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04" name="文本框 2503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fdemo/user/src/dao/UserDAO.cj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5" name="文本框 2504" descr="{&quot;isTemplate&quot;:true,&quot;type&quot;:&quot;text&quot;}"/>
          <p:cNvSpPr txBox="1"/>
          <p:nvPr/>
        </p:nvSpPr>
        <p:spPr>
          <a:xfrm>
            <a:off x="78105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@DAO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06" name="文本框 2505" descr="{&quot;isTemplate&quot;:true,&quot;type&quot;:&quot;text&quot;}"/>
          <p:cNvSpPr txBox="1"/>
          <p:nvPr/>
        </p:nvSpPr>
        <p:spPr>
          <a:xfrm>
            <a:off x="78105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interface UserDAO &lt;: RootDAO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07" name="文本框 2506" descr="{&quot;isTemplate&quot;:true,&quot;type&quot;:&quot;text&quot;}"/>
          <p:cNvSpPr txBox="1"/>
          <p:nvPr/>
        </p:nvSpPr>
        <p:spPr>
          <a:xfrm>
            <a:off x="78105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func findUser(id: Int64): UserPO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08" name="文本框 2507" descr="{&quot;isTemplate&quot;:true,&quot;type&quot;:&quot;text&quot;}"/>
          <p:cNvSpPr txBox="1"/>
          <p:nvPr/>
        </p:nvSpPr>
        <p:spPr>
          <a:xfrm>
            <a:off x="78105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executor.FROM&lt;UserPO&gt;().WHERE(UserPO.tableColumns().id.eq(id))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09" name="文本框 2508" descr="{&quot;isTemplate&quot;:true,&quot;type&quot;:&quot;text&quot;}"/>
          <p:cNvSpPr txBox="1"/>
          <p:nvPr/>
        </p:nvSpPr>
        <p:spPr>
          <a:xfrm>
            <a:off x="78105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        .first&lt;UserPO&gt;().getOrThrow()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10" name="文本框 2509" descr="{&quot;isTemplate&quot;:true,&quot;type&quot;:&quot;text&quot;}"/>
          <p:cNvSpPr txBox="1"/>
          <p:nvPr/>
        </p:nvSpPr>
        <p:spPr>
          <a:xfrm>
            <a:off x="781050" y="2733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1" name="文本框 2510" descr="{&quot;isTemplate&quot;:true,&quot;type&quot;:&quot;text&quot;}"/>
          <p:cNvSpPr txBox="1"/>
          <p:nvPr/>
        </p:nvSpPr>
        <p:spPr>
          <a:xfrm>
            <a:off x="781050" y="2971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func register(username: String, password: String): Int64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2" name="文本框 2511" descr="{&quot;isTemplate&quot;:true,&quot;type&quot;:&quot;text&quot;}"/>
          <p:cNvSpPr txBox="1"/>
          <p:nvPr/>
        </p:nvSpPr>
        <p:spPr>
          <a:xfrm>
            <a:off x="781050" y="32099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user = UserPO()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13" name="文本框 2512" descr="{&quot;isTemplate&quot;:true,&quot;type&quot;:&quot;text&quot;}"/>
          <p:cNvSpPr txBox="1"/>
          <p:nvPr/>
        </p:nvSpPr>
        <p:spPr>
          <a:xfrm>
            <a:off x="781050" y="3448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user.username = username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14" name="文本框 2513" descr="{&quot;isTemplate&quot;:true,&quot;type&quot;:&quot;text&quot;}"/>
          <p:cNvSpPr txBox="1"/>
          <p:nvPr/>
        </p:nvSpPr>
        <p:spPr>
          <a:xfrm>
            <a:off x="781050" y="3686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user.password = password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15" name="文本框 2514" descr="{&quot;isTemplate&quot;:true,&quot;type&quot;:&quot;text&quot;}"/>
          <p:cNvSpPr txBox="1"/>
          <p:nvPr/>
        </p:nvSpPr>
        <p:spPr>
          <a:xfrm>
            <a:off x="781050" y="3924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executor.INSERT_INTO&lt;UserPO&gt;(user)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返回自增主键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16" name="文本框 2515" descr="{&quot;isTemplate&quot;:true,&quot;type&quot;:&quot;text&quot;}"/>
          <p:cNvSpPr txBox="1"/>
          <p:nvPr/>
        </p:nvSpPr>
        <p:spPr>
          <a:xfrm>
            <a:off x="781050" y="4162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7" name="文本框 2516" descr="{&quot;isTemplate&quot;:true,&quot;type&quot;:&quot;text&quot;}"/>
          <p:cNvSpPr txBox="1"/>
          <p:nvPr/>
        </p:nvSpPr>
        <p:spPr>
          <a:xfrm>
            <a:off x="781050" y="4400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func deleteUser(id: Int64): Int64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8" name="文本框 2517" descr="{&quot;isTemplate&quot;:true,&quot;type&quot;:&quot;text&quot;}"/>
          <p:cNvSpPr txBox="1"/>
          <p:nvPr/>
        </p:nvSpPr>
        <p:spPr>
          <a:xfrm>
            <a:off x="781050" y="463867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executor.setSql('delete from user_info where id = ${arg(id)}').delete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19" name="文本框 2518" descr="{&quot;isTemplate&quot;:true,&quot;type&quot;:&quot;text&quot;}"/>
          <p:cNvSpPr txBox="1"/>
          <p:nvPr/>
        </p:nvSpPr>
        <p:spPr>
          <a:xfrm>
            <a:off x="781050" y="51054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20" name="文本框 2519" descr="{&quot;isTemplate&quot;:true,&quot;type&quot;:&quot;text&quot;}"/>
          <p:cNvSpPr txBox="1"/>
          <p:nvPr/>
        </p:nvSpPr>
        <p:spPr>
          <a:xfrm>
            <a:off x="781050" y="53435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21" name="圆角矩形 2520"/>
          <p:cNvSpPr/>
          <p:nvPr/>
        </p:nvSpPr>
        <p:spPr>
          <a:xfrm>
            <a:off x="6191250" y="1143000"/>
            <a:ext cx="5391150" cy="1104900"/>
          </a:xfrm>
          <a:prstGeom prst="roundRect">
            <a:avLst>
              <a:gd name="adj" fmla="val 10345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22" name="文本框 2521" descr="{&quot;isTemplate&quot;:true,&quot;type&quot;:&quot;text&quot;}"/>
          <p:cNvSpPr txBox="1"/>
          <p:nvPr/>
        </p:nvSpPr>
        <p:spPr>
          <a:xfrm>
            <a:off x="6362700" y="1314450"/>
            <a:ext cx="504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@DAO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展开成什么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3" name="文本框 2522" descr="{&quot;isTemplate&quot;:true,&quot;type&quot;:&quot;text&quot;}"/>
          <p:cNvSpPr txBox="1"/>
          <p:nvPr/>
        </p:nvSpPr>
        <p:spPr>
          <a:xfrm>
            <a:off x="6362700" y="1562100"/>
            <a:ext cx="50482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原接口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extend SqlExecutor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实现该接口。所以没有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实现类，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SqlExecutor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本身就是实现。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4" name="圆角矩形 2523"/>
          <p:cNvSpPr/>
          <p:nvPr/>
        </p:nvSpPr>
        <p:spPr>
          <a:xfrm>
            <a:off x="6191250" y="2381250"/>
            <a:ext cx="5391150" cy="3905250"/>
          </a:xfrm>
          <a:prstGeom prst="roundRect">
            <a:avLst>
              <a:gd name="adj" fmla="val 292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25" name="文本框 2524" descr="{&quot;isTemplate&quot;:true,&quot;type&quot;:&quot;text&quot;}"/>
          <p:cNvSpPr txBox="1"/>
          <p:nvPr/>
        </p:nvSpPr>
        <p:spPr>
          <a:xfrm>
            <a:off x="6362700" y="2552700"/>
            <a:ext cx="504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四条约束（都来自上面那句话）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6" name="文本框 2525" descr="{&quot;isTemplate&quot;:true,&quot;type&quot;:&quot;text&quot;}"/>
          <p:cNvSpPr txBox="1"/>
          <p:nvPr/>
        </p:nvSpPr>
        <p:spPr>
          <a:xfrm>
            <a:off x="6362700" y="281940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DAO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必须声明为接口，且所有函数都要有默认实现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7" name="文本框 2526" descr="{&quot;isTemplate&quot;:true,&quot;type&quot;:&quot;text&quot;}"/>
          <p:cNvSpPr txBox="1"/>
          <p:nvPr/>
        </p:nvSpPr>
        <p:spPr>
          <a:xfrm>
            <a:off x="6362700" y="314325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建议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、不要泛型形参、继承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RootDAO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8" name="文本框 2527" descr="{&quot;isTemplate&quot;:true,&quot;type&quot;:&quot;text&quot;}"/>
          <p:cNvSpPr txBox="1"/>
          <p:nvPr/>
        </p:nvSpPr>
        <p:spPr>
          <a:xfrm>
            <a:off x="6362700" y="346710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一个持久化对象对应一个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9" name="文本框 2528" descr="{&quot;isTemplate&quot;:true,&quot;type&quot;:&quot;text&quot;}"/>
          <p:cNvSpPr txBox="1"/>
          <p:nvPr/>
        </p:nvSpPr>
        <p:spPr>
          <a:xfrm>
            <a:off x="6362700" y="379095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同一模块内所有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的函数名最好不要重名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它们都挂在同一个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0" name="文本框 2529" descr="{&quot;isTemplate&quot;:true,&quot;type&quot;:&quot;text&quot;}"/>
          <p:cNvSpPr txBox="1"/>
          <p:nvPr/>
        </p:nvSpPr>
        <p:spPr>
          <a:xfrm>
            <a:off x="6362700" y="584835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都写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findById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就会冲突，这是最容易踩的一条。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1" name="任意多边形 253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532" name="文本框 253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3" name="文本框 253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矩形 25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536" name="矩形 253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537" name="文本框 2536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8" name="文本框 2537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三个角色之三：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Service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与两条铁律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9" name="文本框 2538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最常见的线上事故来源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0" name="圆角矩形 2539"/>
          <p:cNvSpPr/>
          <p:nvPr/>
        </p:nvSpPr>
        <p:spPr>
          <a:xfrm>
            <a:off x="609600" y="1143000"/>
            <a:ext cx="541020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41" name="文本框 2540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2" name="文本框 2541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interface UserService &lt;: RootService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43" name="文本框 2542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func queryUser(id: Int64): UserPO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44" name="文本框 2543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...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45" name="文本框 2544" descr="{&quot;isTemplate&quot;:true,&quot;type&quot;:&quot;text&quot;}"/>
          <p:cNvSpPr txBox="1"/>
          <p:nvPr/>
        </p:nvSpPr>
        <p:spPr>
          <a:xfrm>
            <a:off x="7810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46" name="文本框 2545" descr="{&quot;isTemplate&quot;:true,&quot;type&quot;:&quot;text&quot;}"/>
          <p:cNvSpPr txBox="1"/>
          <p:nvPr/>
        </p:nvSpPr>
        <p:spPr>
          <a:xfrm>
            <a:off x="781050" y="3095625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RootService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提供：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executor() / executor(name) /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泛型带驱动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7" name="圆角矩形 2546"/>
          <p:cNvSpPr/>
          <p:nvPr/>
        </p:nvSpPr>
        <p:spPr>
          <a:xfrm>
            <a:off x="6172200" y="1143000"/>
            <a:ext cx="541020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48" name="文本框 2547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9" name="文本框 2548" descr="{&quot;isTemplate&quot;:true,&quot;type&quot;:&quot;text&quot;}"/>
          <p:cNvSpPr txBox="1"/>
          <p:nvPr/>
        </p:nvSpPr>
        <p:spPr>
          <a:xfrm>
            <a:off x="63436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@TransactionalService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不需要事务时用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@Bean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50" name="文本框 2549" descr="{&quot;isTemplate&quot;:true,&quot;type&quot;:&quot;text&quot;}"/>
          <p:cNvSpPr txBox="1"/>
          <p:nvPr/>
        </p:nvSpPr>
        <p:spPr>
          <a:xfrm>
            <a:off x="63436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UserServiceImpl &lt;: UserService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51" name="文本框 2550" descr="{&quot;isTemplate&quot;:true,&quot;type&quot;:&quot;text&quot;}"/>
          <p:cNvSpPr txBox="1"/>
          <p:nvPr/>
        </p:nvSpPr>
        <p:spPr>
          <a:xfrm>
            <a:off x="63436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queryUser(id: Int64): UserPO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52" name="文本框 2551" descr="{&quot;isTemplate&quot;:true,&quot;type&quot;:&quot;text&quot;}"/>
          <p:cNvSpPr txBox="1"/>
          <p:nvPr/>
        </p:nvSpPr>
        <p:spPr>
          <a:xfrm>
            <a:off x="63436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executor().findUser(id)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可直接当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UserDAO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用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53" name="文本框 2552" descr="{&quot;isTemplate&quot;:true,&quot;type&quot;:&quot;text&quot;}"/>
          <p:cNvSpPr txBox="1"/>
          <p:nvPr/>
        </p:nvSpPr>
        <p:spPr>
          <a:xfrm>
            <a:off x="6343650" y="24955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54" name="文本框 2553" descr="{&quot;isTemplate&quot;:true,&quot;type&quot;:&quot;text&quot;}"/>
          <p:cNvSpPr txBox="1"/>
          <p:nvPr/>
        </p:nvSpPr>
        <p:spPr>
          <a:xfrm>
            <a:off x="6343650" y="27336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55" name="圆角矩形 2554"/>
          <p:cNvSpPr/>
          <p:nvPr/>
        </p:nvSpPr>
        <p:spPr>
          <a:xfrm>
            <a:off x="609600" y="3676650"/>
            <a:ext cx="5410200" cy="2609850"/>
          </a:xfrm>
          <a:prstGeom prst="roundRect">
            <a:avLst>
              <a:gd name="adj" fmla="val 438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56" name="文本框 2555" descr="{&quot;isTemplate&quot;:true,&quot;type&quot;:&quot;text&quot;}"/>
          <p:cNvSpPr txBox="1"/>
          <p:nvPr/>
        </p:nvSpPr>
        <p:spPr>
          <a:xfrm>
            <a:off x="800100" y="386715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铁律一</a:t>
            </a:r>
            <a:endParaRPr lang="zh-CN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7" name="文本框 2556" descr="{&quot;isTemplate&quot;:true,&quot;type&quot;:&quot;text&quot;}"/>
          <p:cNvSpPr txBox="1"/>
          <p:nvPr/>
        </p:nvSpPr>
        <p:spPr>
          <a:xfrm>
            <a:off x="800100" y="4171950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每次调用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函数都必须从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executor()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开始。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8" name="文本框 2557" descr="{&quot;isTemplate&quot;:true,&quot;type&quot;:&quot;text&quot;}"/>
          <p:cNvSpPr txBox="1"/>
          <p:nvPr/>
        </p:nvSpPr>
        <p:spPr>
          <a:xfrm>
            <a:off x="800100" y="4572000"/>
            <a:ext cx="50292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不要试图声明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接口类型的变量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它缓存在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ThreadLocal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里按驱动名区分，存成字段会拿到别的线程的连接。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9" name="圆角矩形 2558"/>
          <p:cNvSpPr/>
          <p:nvPr/>
        </p:nvSpPr>
        <p:spPr>
          <a:xfrm>
            <a:off x="6172200" y="3676650"/>
            <a:ext cx="5410200" cy="2609850"/>
          </a:xfrm>
          <a:prstGeom prst="roundRect">
            <a:avLst>
              <a:gd name="adj" fmla="val 438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60" name="文本框 2559" descr="{&quot;isTemplate&quot;:true,&quot;type&quot;:&quot;text&quot;}"/>
          <p:cNvSpPr txBox="1"/>
          <p:nvPr/>
        </p:nvSpPr>
        <p:spPr>
          <a:xfrm>
            <a:off x="6362700" y="386715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铁律二</a:t>
            </a:r>
            <a:endParaRPr lang="zh-CN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1" name="文本框 2560" descr="{&quot;isTemplate&quot;:true,&quot;type&quot;:&quot;text&quot;}"/>
          <p:cNvSpPr txBox="1"/>
          <p:nvPr/>
        </p:nvSpPr>
        <p:spPr>
          <a:xfrm>
            <a:off x="6362700" y="4171950"/>
            <a:ext cx="50292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一个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函数只执行一个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（或一次分页查询：一次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count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加一次列表）。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2" name="文本框 2561" descr="{&quot;isTemplate&quot;:true,&quot;type&quot;:&quot;text&quot;}"/>
          <p:cNvSpPr txBox="1"/>
          <p:nvPr/>
        </p:nvSpPr>
        <p:spPr>
          <a:xfrm>
            <a:off x="6362700" y="4867275"/>
            <a:ext cx="50292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同一个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上不允许并发：上一次查询结果未关闭时再执行会抛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3" name="任意多边形 256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564" name="文本框 256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5" name="文本框 256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14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ORM：三个角色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PO：@QueryMappersGenerator 生成什么，@ORMField 的约束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DAO：接口即实现，四条约束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Service 与两条铁律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下一讲：ORM 的 SQL 构造与分页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
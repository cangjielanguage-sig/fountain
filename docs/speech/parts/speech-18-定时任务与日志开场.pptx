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这一讲先用几分钟把定时任务讲完：实现 CronTicktockTask 加 @Bean 就够了，重点是 cron 表达式的七个时间位，以及那个「静默失效」的坑。然后进入第十五章日志。为什么还要自己写？因为 f_log 是 stdx.log 的实现，而且把全局 logger 接管了，第三方库的日志也会进你的 appender。最后是三条纪律。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第十四章 CRON 定时任务，很短，但要讲一个坑。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最小可用只有两件事必须做：实现 CronTicktockTask 接口，加 @Bean。看左边，接口里主要要实现一个 cron 属性，返回 cron 表达式；还有一个 execute 方法，就是任务体。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 cron 表达式的语法。时间单位从左到右是：秒、分、时、日、月、周、年，七个位。星号表示任意值；start 横杠 end 是闭区间范围；start 斜杠 step 是从 start 开始、间隔 step；start 斜杠 step 横杠 end 是从 start 开始、间隔 step、到 end 为止；逗号是取值列表，多种写法可以组合；L 表示当前时间单位的最后一个值，对「日」来说就是当月最后一天；表达式尾部的星号可以省略。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看左边那个例子，cron 是 1/3-45。读作：从第一秒开始、每三秒一次、直到第四十五秒。完整写法是七个位都写全。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这里有个「静默失效」的坑，定时器实现它所在的包必须被 --dylibPattern 匹配到。fdemo 里它放在 user/src/util/cron 下，所以 boot.sh 的正则里专门有 user 点 util 点 auth 或 cron 这一段。忘了这一段，定时任务不会报错，只是永远不执行。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还有可选属性：once 表示只执行一次；concurrentable 表示上次没跑完也允许下次触发；executing 和 reset 可以自定义「是否正在执行」的判断；name 默认取类型全限定名。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延迟任务用 DelayedTicktockTask 抽象类，delayedPeriodic 可选固定频率或固定延迟，immediate 决定注册后是否立即执行。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进入第四个板块，日志、串讲与底座。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第十五章讲日志 f_log，一个服务上线前，第一件要配好的事就是日志。这一章会讲三条纪律、配置全表、一条日志的完整旅程、文件切割与压缩、运行期刷新，还有八个坑。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第十六章是串讲：用一次 POST 请求，从配置装载开始，穿过 MVC、bean、aspect、ORM，最后落进日志文件，把整个框架串成一条线。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第十七章是运行时基础设施：f_base、f_io、f_cache、f_pool、f_collection、f_time、f_regex、f_rx、f_random 九个模块。它们零配置、可以单独引入、不绑架你的架构——就算不用 fountain 的框架部分，把它们当工具库用也完全没问题。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第十八章收尾：二十二个高频坑和预设问答。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最后附录是三张速查表：命令、配置、关键 API。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第十五章日志。先回答一个问题：为什么还要自己写一个日志模块？仓颉生态里已经有 stdx.log 了，抽象一整套。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三个理由。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第一，它是 stdx.log 的实现，不是替代品。f_log 的 AbstractLogger 直接继承 stdx.log 的 Logger，stdx.log 的写法照用；更重要的是，它在模块加载时把 stdx.log 的全局 logger 接管了。也就是说，任何第三方库只要用全局 logger 打日志，输出也会进你的 appender。两个真实例子：stdx.net.http 的日志被接进了 MVC；openGauss 驱动的日志用 LoggerFactory.getLogger('opengauss')。它们和你的业务日志在同一个文件里、同一套格式、同一个进程号。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第二，零配置、零注入，而且默认静默。不需要启动器、不需要 logback 那种配置文件，一行 getLogger 就能用。而且不配 appender 它什么都不输出，不会像很多框架那样先给你刷一屏。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第三，异步加模板化。业务线程只负责记下当下时间与线程 ID、把消息闭包排进队列，渲染、落盘、刷屏全在专属线程上做；消息支持大括号占位符，还能直接拿 @DataAssist 对象做具名取值——这是 stdx.log 没有的。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右边的结构图可以看一眼：LoggerFactory 拿到的名字是 T 的完整限定名；LoggerWrapper 持有 facade 的引用，可以热替换；LoggerAppenderFacade 本身也是异步的，一个名字对应一条队列加一个消费线程；下面挂 console、file、tcp、udp、unix 各种 appender。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三条纪律是本章最容易踩的坑，先记住它们，后面都是细节。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纪律一：默认什么都不输出。内置六种 appender——console、file、tcp、udp、unix、unixDatagram，但一个都不会自动启用。logger_appender_开头的这类配置项没配，这类 appender 就不存在。所以你至少得写一行 export logger_appender_console 等于你起的名字，才会有第一条日志。这也是为什么 fdemo 的 boot.sh 里必须有那几行 logger 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纪律二：级别和格式挂在 appender 上，不挂在 logger 名字上。命名规则是两段式的：先用 logger_appender_kind 给这类 appender 挂上若干个具名实例；再用 logger_appender_实例名_level 和 _pattern 逐个配级别和格式。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fountain 没有 log4j 那种「logger 名字树」的概念——你没法说「只给 fountain.orm 开 DEBUG」。级别是这个 appender 全局的，要区分来源就靠格式里的百分号 name。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纪律三：业务线程只入队，渲染在后台；但默认「队列满就等」。调 log.info 的时候，业务线程做的事只有两件：采集时间戳和线程 ID，然后把闭包投进队列。级别判断、字符串渲染、落盘都在后台线程。而 loggerAsyncTimeout 的默认值是 Duration.Max，意味着队列满时入队方会一直等，而不是丢日志。想丢就显式配 timeout 加 policy。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这一讲三个要点：一，定时任务不执行，先查包有没有被 --dylibPattern 覆盖；二，f_log 默认静默，不配 appender 就没有任何输出；三，级别和格式挂在 appender 上，不挂在 logger 名字上——所以没有「只给某个包开 DEBUG」，来源靠格式里的 %name 区分。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18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18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定时任务与日志开场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f_ticktock：CRON 表达式与「静默失效」的坑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日志：为什么还要自己写一个日志模块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f_log 的三条纪律（先记这个）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18 讲 / 共 25 讲　·　原稿第 92–95 页 + 首尾两页　·　约 12.3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矩形 30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29" name="矩形 302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30" name="文本框 302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CRON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f_ticktock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1" name="文本框 303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定时任务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2" name="文本框 303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小心静默失效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3" name="圆角矩形 3032"/>
          <p:cNvSpPr/>
          <p:nvPr/>
        </p:nvSpPr>
        <p:spPr>
          <a:xfrm>
            <a:off x="6096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34" name="文本框 3033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最小可用：实现接口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+ @Bean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5" name="文本框 3034" descr="{&quot;isTemplate&quot;:true,&quot;type&quot;:&quot;text&quot;}"/>
          <p:cNvSpPr txBox="1"/>
          <p:nvPr/>
        </p:nvSpPr>
        <p:spPr>
          <a:xfrm>
            <a:off x="781050" y="15430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6" name="文本框 3035" descr="{&quot;isTemplate&quot;:true,&quot;type&quot;:&quot;text&quot;}"/>
          <p:cNvSpPr txBox="1"/>
          <p:nvPr/>
        </p:nvSpPr>
        <p:spPr>
          <a:xfrm>
            <a:off x="781050" y="17811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TickTockTaskImpl &lt;: CronTicktockTask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7" name="文本框 3036" descr="{&quot;isTemplate&quot;:true,&quot;type&quot;:&quot;text&quot;}"/>
          <p:cNvSpPr txBox="1"/>
          <p:nvPr/>
        </p:nvSpPr>
        <p:spPr>
          <a:xfrm>
            <a:off x="781050" y="20193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    public prop cron: String { get() { '1/3-45' } }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38" name="文本框 3037" descr="{&quot;isTemplate&quot;:true,&quot;type&quot;:&quot;text&quot;}"/>
          <p:cNvSpPr txBox="1"/>
          <p:nvPr/>
        </p:nvSpPr>
        <p:spPr>
          <a:xfrm>
            <a:off x="781050" y="22574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execute(): Unit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39" name="文本框 3038" descr="{&quot;isTemplate&quot;:true,&quot;type&quot;:&quot;text&quot;}"/>
          <p:cNvSpPr txBox="1"/>
          <p:nvPr/>
        </p:nvSpPr>
        <p:spPr>
          <a:xfrm>
            <a:off x="781050" y="249555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log.info('TickTockTaskImpl is executing')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40" name="文本框 3039" descr="{&quot;isTemplate&quot;:true,&quot;type&quot;:&quot;text&quot;}"/>
          <p:cNvSpPr txBox="1"/>
          <p:nvPr/>
        </p:nvSpPr>
        <p:spPr>
          <a:xfrm>
            <a:off x="781050" y="273367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1" name="文本框 3040" descr="{&quot;isTemplate&quot;:true,&quot;type&quot;:&quot;text&quot;}"/>
          <p:cNvSpPr txBox="1"/>
          <p:nvPr/>
        </p:nvSpPr>
        <p:spPr>
          <a:xfrm>
            <a:off x="781050" y="2971800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42" name="文本框 3041" descr="{&quot;isTemplate&quot;:true,&quot;type&quot;:&quot;text&quot;}"/>
          <p:cNvSpPr txBox="1"/>
          <p:nvPr/>
        </p:nvSpPr>
        <p:spPr>
          <a:xfrm>
            <a:off x="781050" y="3286125"/>
            <a:ext cx="5067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可读作：从第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秒开始、每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秒一次、直到第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45 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秒。完整写法是</a:t>
            </a:r>
            <a:r>
              <a:rPr lang="en-US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1/3-45 * * * * * *</a:t>
            </a:r>
            <a:r>
              <a:rPr lang="zh-CN" sz="9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3" name="圆角矩形 3042"/>
          <p:cNvSpPr/>
          <p:nvPr/>
        </p:nvSpPr>
        <p:spPr>
          <a:xfrm>
            <a:off x="6172200" y="1143000"/>
            <a:ext cx="5410200" cy="2552700"/>
          </a:xfrm>
          <a:prstGeom prst="roundRect">
            <a:avLst>
              <a:gd name="adj" fmla="val 4478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44" name="文本框 3043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静默失效的坑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5" name="文本框 3044" descr="{&quot;isTemplate&quot;:true,&quot;type&quot;:&quot;text&quot;}"/>
          <p:cNvSpPr txBox="1"/>
          <p:nvPr/>
        </p:nvSpPr>
        <p:spPr>
          <a:xfrm>
            <a:off x="6343650" y="1581150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它所在的包必须被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里它放在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user/src/util/cron/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下，所以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boot.sh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的正则里专门有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user\.util\.(auth|cron)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6" name="文本框 3045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忘了这一段，定时任务不会报错，只是永远不执行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非常适合在视频里演示的一个坑。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7" name="文本框 3046" descr="{&quot;isTemplate&quot;:true,&quot;type&quot;:&quot;text&quot;}"/>
          <p:cNvSpPr txBox="1"/>
          <p:nvPr/>
        </p:nvSpPr>
        <p:spPr>
          <a:xfrm>
            <a:off x="6343650" y="3000375"/>
            <a:ext cx="50673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可选属性：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只执行一次；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concurrentable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上次没跑完也允许下次触发；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executing / reset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自定义执行状态判断；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name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默认取类型全限定名。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8" name="圆角矩形 3047"/>
          <p:cNvSpPr/>
          <p:nvPr/>
        </p:nvSpPr>
        <p:spPr>
          <a:xfrm>
            <a:off x="6096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49" name="文本框 3048" descr="{&quot;isTemplate&quot;:true,&quot;type&quot;:&quot;text&quot;}"/>
          <p:cNvSpPr txBox="1"/>
          <p:nvPr/>
        </p:nvSpPr>
        <p:spPr>
          <a:xfrm>
            <a:off x="7810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CRON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语法（秒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年）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0" name="文本框 3049" descr="{&quot;isTemplate&quot;:true,&quot;type&quot;:&quot;text&quot;}"/>
          <p:cNvSpPr txBox="1"/>
          <p:nvPr/>
        </p:nvSpPr>
        <p:spPr>
          <a:xfrm>
            <a:off x="7810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*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任意值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闭区间范围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1" name="文本框 3050" descr="{&quot;isTemplate&quot;:true,&quot;type&quot;:&quot;text&quot;}"/>
          <p:cNvSpPr txBox="1"/>
          <p:nvPr/>
        </p:nvSpPr>
        <p:spPr>
          <a:xfrm>
            <a:off x="781050" y="4543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endParaRPr lang="en-US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2" name="文本框 3051" descr="{&quot;isTemplate&quot;:true,&quot;type&quot;:&quot;text&quot;}"/>
          <p:cNvSpPr txBox="1"/>
          <p:nvPr/>
        </p:nvSpPr>
        <p:spPr>
          <a:xfrm>
            <a:off x="781050" y="48291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start/step-end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start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开始、间隔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step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end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为止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3" name="文本框 3052" descr="{&quot;isTemplate&quot;:true,&quot;type&quot;:&quot;text&quot;}"/>
          <p:cNvSpPr txBox="1"/>
          <p:nvPr/>
        </p:nvSpPr>
        <p:spPr>
          <a:xfrm>
            <a:off x="781050" y="51149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a,b,c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取值列表，多种写法可组合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4" name="文本框 3053" descr="{&quot;isTemplate&quot;:true,&quot;type&quot;:&quot;text&quot;}"/>
          <p:cNvSpPr txBox="1"/>
          <p:nvPr/>
        </p:nvSpPr>
        <p:spPr>
          <a:xfrm>
            <a:off x="781050" y="5400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当前时间单位的最后一个值（对「日」即当月最后一天）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5" name="文本框 3054" descr="{&quot;isTemplate&quot;:true,&quot;type&quot;:&quot;text&quot;}"/>
          <p:cNvSpPr txBox="1"/>
          <p:nvPr/>
        </p:nvSpPr>
        <p:spPr>
          <a:xfrm>
            <a:off x="781050" y="568642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尾部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可以省略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6" name="圆角矩形 3055"/>
          <p:cNvSpPr/>
          <p:nvPr/>
        </p:nvSpPr>
        <p:spPr>
          <a:xfrm>
            <a:off x="6172200" y="3848100"/>
            <a:ext cx="5410200" cy="2438400"/>
          </a:xfrm>
          <a:prstGeom prst="roundRect">
            <a:avLst>
              <a:gd name="adj" fmla="val 4688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57" name="文本框 3056" descr="{&quot;isTemplate&quot;:true,&quot;type&quot;:&quot;text&quot;}"/>
          <p:cNvSpPr txBox="1"/>
          <p:nvPr/>
        </p:nvSpPr>
        <p:spPr>
          <a:xfrm>
            <a:off x="6343650" y="4019550"/>
            <a:ext cx="506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延迟任务：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DelayedTicktockTask</a:t>
            </a:r>
            <a:endParaRPr lang="en-US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8" name="文本框 3057" descr="{&quot;isTemplate&quot;:true,&quot;type&quot;:&quot;text&quot;}"/>
          <p:cNvSpPr txBox="1"/>
          <p:nvPr/>
        </p:nvSpPr>
        <p:spPr>
          <a:xfrm>
            <a:off x="6343650" y="42576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delayedPeriodic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FixedRate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（固定频率）或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FixedDelay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（上次结束后再间隔）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9" name="文本框 3058" descr="{&quot;isTemplate&quot;:true,&quot;type&quot;:&quot;text&quot;}"/>
          <p:cNvSpPr txBox="1"/>
          <p:nvPr/>
        </p:nvSpPr>
        <p:spPr>
          <a:xfrm>
            <a:off x="6343650" y="45624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immediate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注册后是否立即执行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0" name="文本框 3059" descr="{&quot;isTemplate&quot;:true,&quot;type&quot;:&quot;text&quot;}"/>
          <p:cNvSpPr txBox="1"/>
          <p:nvPr/>
        </p:nvSpPr>
        <p:spPr>
          <a:xfrm>
            <a:off x="6343650" y="4867275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delay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延迟间隔（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1" name="文本框 3060" descr="{&quot;isTemplate&quot;:true,&quot;type&quot;:&quot;text&quot;}"/>
          <p:cNvSpPr txBox="1"/>
          <p:nvPr/>
        </p:nvSpPr>
        <p:spPr>
          <a:xfrm>
            <a:off x="6343650" y="5867400"/>
            <a:ext cx="5067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演示：启动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，观察控制台每隔几秒打印一次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TickTockTaskImpl is executing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2" name="任意多边形 30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63" name="文本框 30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4" name="文本框 30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矩形 30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67" name="文本框 3066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04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3068" name="矩形 306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69" name="文本框 3068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0" name="文本框 3069" descr="{&quot;isTemplate&quot;:true,&quot;type&quot;:&quot;text&quot;}"/>
          <p:cNvSpPr txBox="1"/>
          <p:nvPr/>
        </p:nvSpPr>
        <p:spPr>
          <a:xfrm>
            <a:off x="1143000" y="2419350"/>
            <a:ext cx="42672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1" name="矩形 3070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72" name="文本框 3071" descr="{&quot;isTemplate&quot;:true,&quot;type&quot;:&quot;text&quot;}"/>
          <p:cNvSpPr txBox="1"/>
          <p:nvPr/>
        </p:nvSpPr>
        <p:spPr>
          <a:xfrm>
            <a:off x="1143000" y="3733800"/>
            <a:ext cx="6886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　·　一次请求穿过整个框架　·　运行时基础设施九个模块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3" name="文本框 3072" descr="{&quot;isTemplate&quot;:true,&quot;type&quot;:&quot;text&quot;}"/>
          <p:cNvSpPr txBox="1"/>
          <p:nvPr/>
        </p:nvSpPr>
        <p:spPr>
          <a:xfrm>
            <a:off x="1143000" y="4076700"/>
            <a:ext cx="34194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三张速查表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4" name="文本框 3073" descr="{&quot;isTemplate&quot;:true,&quot;type&quot;:&quot;text&quot;}"/>
          <p:cNvSpPr txBox="1"/>
          <p:nvPr/>
        </p:nvSpPr>
        <p:spPr>
          <a:xfrm>
            <a:off x="1143000" y="4876800"/>
            <a:ext cx="118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矩形 3074"/>
          <p:cNvSpPr/>
          <p:nvPr/>
        </p:nvSpPr>
        <p:spPr>
          <a:xfrm>
            <a:off x="255270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6" name="文本框 3075" descr="{&quot;isTemplate&quot;:true,&quot;type&quot;:&quot;text&quot;}"/>
          <p:cNvSpPr txBox="1"/>
          <p:nvPr/>
        </p:nvSpPr>
        <p:spPr>
          <a:xfrm>
            <a:off x="2790825" y="487680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7" name="矩形 3076"/>
          <p:cNvSpPr/>
          <p:nvPr/>
        </p:nvSpPr>
        <p:spPr>
          <a:xfrm>
            <a:off x="4095750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3078" name="文本框 3077" descr="{&quot;isTemplate&quot;:true,&quot;type&quot;:&quot;text&quot;}"/>
          <p:cNvSpPr txBox="1"/>
          <p:nvPr/>
        </p:nvSpPr>
        <p:spPr>
          <a:xfrm>
            <a:off x="4333875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矩形 30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081" name="矩形 308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082" name="文本框 3081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3" name="文本框 3082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为什么还要自己写一个日志模块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4" name="文本框 3083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5" name="圆角矩形 3084"/>
          <p:cNvSpPr/>
          <p:nvPr/>
        </p:nvSpPr>
        <p:spPr>
          <a:xfrm>
            <a:off x="609600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86" name="文本框 3085" descr="{&quot;isTemplate&quot;:true,&quot;type&quot;:&quot;text&quot;}"/>
          <p:cNvSpPr txBox="1"/>
          <p:nvPr/>
        </p:nvSpPr>
        <p:spPr>
          <a:xfrm>
            <a:off x="800100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87" name="文本框 3086" descr="{&quot;isTemplate&quot;:true,&quot;type&quot;:&quot;text&quot;}"/>
          <p:cNvSpPr txBox="1"/>
          <p:nvPr/>
        </p:nvSpPr>
        <p:spPr>
          <a:xfrm>
            <a:off x="800100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的实现，不是替代品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8" name="文本框 3087" descr="{&quot;isTemplate&quot;:true,&quot;type&quot;:&quot;text&quot;}"/>
          <p:cNvSpPr txBox="1"/>
          <p:nvPr/>
        </p:nvSpPr>
        <p:spPr>
          <a:xfrm>
            <a:off x="800100" y="2105025"/>
            <a:ext cx="317182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AbstractLogger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直接继承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stdx.log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；模块加载时接管全局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第三方库的日志也进你的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9" name="文本框 3088" descr="{&quot;isTemplate&quot;:true,&quot;type&quot;:&quot;text&quot;}"/>
          <p:cNvSpPr txBox="1"/>
          <p:nvPr/>
        </p:nvSpPr>
        <p:spPr>
          <a:xfrm>
            <a:off x="800100" y="2924175"/>
            <a:ext cx="44291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setGlobalLogger(LoggerFactory.getLogger('fountain::f_log.global'))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0" name="圆角矩形 3089"/>
          <p:cNvSpPr/>
          <p:nvPr/>
        </p:nvSpPr>
        <p:spPr>
          <a:xfrm>
            <a:off x="4314825" y="1143000"/>
            <a:ext cx="3562350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1" name="文本框 3090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92" name="文本框 3091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零配置、零注入，默认静默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3" name="文本框 3092" descr="{&quot;isTemplate&quot;:true,&quot;type&quot;:&quot;text&quot;}"/>
          <p:cNvSpPr txBox="1"/>
          <p:nvPr/>
        </p:nvSpPr>
        <p:spPr>
          <a:xfrm>
            <a:off x="4505325" y="2105025"/>
            <a:ext cx="31813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不需要启动器、不需要配置文件，一行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getLogger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就能用。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4" name="文本框 3093" descr="{&quot;isTemplate&quot;:true,&quot;type&quot;:&quot;text&quot;}"/>
          <p:cNvSpPr txBox="1"/>
          <p:nvPr/>
        </p:nvSpPr>
        <p:spPr>
          <a:xfrm>
            <a:off x="4505325" y="2905125"/>
            <a:ext cx="3181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不配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它什么都不输出，不会先刷一屏。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5" name="圆角矩形 3094"/>
          <p:cNvSpPr/>
          <p:nvPr/>
        </p:nvSpPr>
        <p:spPr>
          <a:xfrm>
            <a:off x="8029575" y="1143000"/>
            <a:ext cx="3552825" cy="2209800"/>
          </a:xfrm>
          <a:prstGeom prst="roundRect">
            <a:avLst>
              <a:gd name="adj" fmla="val 517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96" name="文本框 3095" descr="{&quot;isTemplate&quot;:true,&quot;type&quot;:&quot;text&quot;}"/>
          <p:cNvSpPr txBox="1"/>
          <p:nvPr/>
        </p:nvSpPr>
        <p:spPr>
          <a:xfrm>
            <a:off x="8220075" y="1333500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97" name="文本框 3096" descr="{&quot;isTemplate&quot;:true,&quot;type&quot;:&quot;text&quot;}"/>
          <p:cNvSpPr txBox="1"/>
          <p:nvPr/>
        </p:nvSpPr>
        <p:spPr>
          <a:xfrm>
            <a:off x="8220075" y="1819275"/>
            <a:ext cx="3171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异步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模板化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8" name="文本框 3097" descr="{&quot;isTemplate&quot;:true,&quot;type&quot;:&quot;text&quot;}"/>
          <p:cNvSpPr txBox="1"/>
          <p:nvPr/>
        </p:nvSpPr>
        <p:spPr>
          <a:xfrm>
            <a:off x="8220075" y="2105025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业务线程只负责记录时间与线程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、把消息闭包排进队列；渲染与落盘在专属线程上做。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9" name="文本框 3098" descr="{&quot;isTemplate&quot;:true,&quot;type&quot;:&quot;text&quot;}"/>
          <p:cNvSpPr txBox="1"/>
          <p:nvPr/>
        </p:nvSpPr>
        <p:spPr>
          <a:xfrm>
            <a:off x="8220075" y="2647950"/>
            <a:ext cx="31718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消息支持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占位符，还能拿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对象做具名取值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stdx.log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0" name="圆角矩形 3099"/>
          <p:cNvSpPr/>
          <p:nvPr/>
        </p:nvSpPr>
        <p:spPr>
          <a:xfrm>
            <a:off x="609600" y="3505200"/>
            <a:ext cx="10972800" cy="2781300"/>
          </a:xfrm>
          <a:prstGeom prst="roundRect">
            <a:avLst>
              <a:gd name="adj" fmla="val 411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01" name="文本框 3100" descr="{&quot;isTemplate&quot;:true,&quot;type&quot;:&quot;text&quot;}"/>
          <p:cNvSpPr txBox="1"/>
          <p:nvPr/>
        </p:nvSpPr>
        <p:spPr>
          <a:xfrm>
            <a:off x="781050" y="367665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先看一页结构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2" name="文本框 3101" descr="{&quot;isTemplate&quot;:true,&quot;type&quot;:&quot;text&quot;}"/>
          <p:cNvSpPr txBox="1"/>
          <p:nvPr/>
        </p:nvSpPr>
        <p:spPr>
          <a:xfrm>
            <a:off x="781050" y="3924300"/>
            <a:ext cx="10629900" cy="1524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的完整限定名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（如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fountain::f_orm.base.SqlExecutor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LoggerWrapper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持有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facade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的引用，可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CAS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热替换（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15.8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LoggerAppenderFacade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本身也是异步的：一个名字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→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一条队列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一个消费线程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console://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（所有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console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├─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FileAppender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队列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tag = file:///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【路径】（同路径共享）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　　└─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Tcp / Udp / Unix / UnixDatagram Appender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03" name="任意多边形 310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04" name="文本框 310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5" name="文本框 310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矩形 3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08" name="矩形 310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09" name="文本框 310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0" name="文本框 310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三条纪律（先记这个）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1" name="文本框 311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后面都是细节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2" name="圆角矩形 3111"/>
          <p:cNvSpPr/>
          <p:nvPr/>
        </p:nvSpPr>
        <p:spPr>
          <a:xfrm>
            <a:off x="609600" y="11430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3" name="文本框 3112" descr="{&quot;isTemplate&quot;:true,&quot;type&quot;:&quot;text&quot;}"/>
          <p:cNvSpPr txBox="1"/>
          <p:nvPr/>
        </p:nvSpPr>
        <p:spPr>
          <a:xfrm>
            <a:off x="800100" y="133350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14" name="文本框 3113" descr="{&quot;isTemplate&quot;:true,&quot;type&quot;:&quot;text&quot;}"/>
          <p:cNvSpPr txBox="1"/>
          <p:nvPr/>
        </p:nvSpPr>
        <p:spPr>
          <a:xfrm>
            <a:off x="1533525" y="13335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默认什么都不输出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5" name="文本框 3114" descr="{&quot;isTemplate&quot;:true,&quot;type&quot;:&quot;text&quot;}"/>
          <p:cNvSpPr txBox="1"/>
          <p:nvPr/>
        </p:nvSpPr>
        <p:spPr>
          <a:xfrm>
            <a:off x="1533525" y="16192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/ file / tcp / udp / unix / unixDatagram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。但一个都不会自动启用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没配就不存在。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6" name="文本框 3115" descr="{&quot;isTemplate&quot;:true,&quot;type&quot;:&quot;text&quot;}"/>
          <p:cNvSpPr txBox="1"/>
          <p:nvPr/>
        </p:nvSpPr>
        <p:spPr>
          <a:xfrm>
            <a:off x="1533525" y="22860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logger_appender_console=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【你给这个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起的名字】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17" name="圆角矩形 3116"/>
          <p:cNvSpPr/>
          <p:nvPr/>
        </p:nvSpPr>
        <p:spPr>
          <a:xfrm>
            <a:off x="609600" y="287655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18" name="文本框 3117" descr="{&quot;isTemplate&quot;:true,&quot;type&quot;:&quot;text&quot;}"/>
          <p:cNvSpPr txBox="1"/>
          <p:nvPr/>
        </p:nvSpPr>
        <p:spPr>
          <a:xfrm>
            <a:off x="800100" y="3067050"/>
            <a:ext cx="542925" cy="1219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6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119" name="文本框 3118" descr="{&quot;isTemplate&quot;:true,&quot;type&quot;:&quot;text&quot;}"/>
          <p:cNvSpPr txBox="1"/>
          <p:nvPr/>
        </p:nvSpPr>
        <p:spPr>
          <a:xfrm>
            <a:off x="1533525" y="306705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级别和格式挂在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上，不挂在</a:t>
            </a:r>
            <a:r>
              <a:rPr lang="en-US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名字上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0" name="文本框 3119" descr="{&quot;isTemplate&quot;:true,&quot;type&quot;:&quot;text&quot;}"/>
          <p:cNvSpPr txBox="1"/>
          <p:nvPr/>
        </p:nvSpPr>
        <p:spPr>
          <a:xfrm>
            <a:off x="1533525" y="33528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kind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=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[,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AppenderName2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...]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先挂具名实例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1" name="文本框 3120" descr="{&quot;isTemplate&quot;:true,&quot;type&quot;:&quot;text&quot;}"/>
          <p:cNvSpPr txBox="1"/>
          <p:nvPr/>
        </p:nvSpPr>
        <p:spPr>
          <a:xfrm>
            <a:off x="1533525" y="361950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_level=DEBUG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logger_appender_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【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AppenderName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】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_pattern='...'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22" name="文本框 3121" descr="{&quot;isTemplate&quot;:true,&quot;type&quot;:&quot;text&quot;}"/>
          <p:cNvSpPr txBox="1"/>
          <p:nvPr/>
        </p:nvSpPr>
        <p:spPr>
          <a:xfrm>
            <a:off x="1533525" y="4019550"/>
            <a:ext cx="98583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名字树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无法「只给某个包开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DEBUG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」；级别是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全局的，要区分来源靠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%name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3" name="圆角矩形 3122"/>
          <p:cNvSpPr/>
          <p:nvPr/>
        </p:nvSpPr>
        <p:spPr>
          <a:xfrm>
            <a:off x="609600" y="461010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24" name="文本框 3123" descr="{&quot;isTemplate&quot;:true,&quot;type&quot;:&quot;text&quot;}"/>
          <p:cNvSpPr txBox="1"/>
          <p:nvPr/>
        </p:nvSpPr>
        <p:spPr>
          <a:xfrm>
            <a:off x="800100" y="4800600"/>
            <a:ext cx="542925" cy="1295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25" name="文本框 3124" descr="{&quot;isTemplate&quot;:true,&quot;type&quot;:&quot;text&quot;}"/>
          <p:cNvSpPr txBox="1"/>
          <p:nvPr/>
        </p:nvSpPr>
        <p:spPr>
          <a:xfrm>
            <a:off x="1533525" y="48006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业务线程只入队，渲染在后台；但默认「队列满就等」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6" name="文本框 3125" descr="{&quot;isTemplate&quot;:true,&quot;type&quot;:&quot;text&quot;}"/>
          <p:cNvSpPr txBox="1"/>
          <p:nvPr/>
        </p:nvSpPr>
        <p:spPr>
          <a:xfrm>
            <a:off x="1533525" y="508635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业务线程只做两件事：采集时间戳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，把闭包投进队列。级别判断、字符串渲染、落盘都在后台线程。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7" name="文本框 3126" descr="{&quot;isTemplate&quot;:true,&quot;type&quot;:&quot;text&quot;}"/>
          <p:cNvSpPr txBox="1"/>
          <p:nvPr/>
        </p:nvSpPr>
        <p:spPr>
          <a:xfrm>
            <a:off x="1533525" y="5448300"/>
            <a:ext cx="98583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loggerAsyncTimeout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Duration.Max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队列满时入队方一直等，而不是丢日志。想丢就显式配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timeout + policy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8" name="任意多边形 312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29" name="文本框 312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0" name="文本框 312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18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定时任务与日志开场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f_ticktock：CRON 表达式与「静默失效」的坑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日志：为什么还要自己写一个日志模块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f_log 的三条纪律（先记这个）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下一讲：日志配置与异步管道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
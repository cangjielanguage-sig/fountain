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故障排查清单。二十二条坑逐条念，每条配一句原因和解法——这些是真实项目里最常撞的。后半段是预设问答：能不能不用动态链接库、性能如何、能不能只用一个模块、没有配置文件怎么管理几十个配置项、--key=value 是不是 fboot 的功能、build 和 run 上的配置有什么区别。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第十八章收尾。二十个高频坑，这是前十一条。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第一条，fboot 起不来，报找不到动态链接库——LD_LIBRARY_PATH 没带 fboot 的 libs 目录和 stdx 的动态链接库路径。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第二条，bean 明明写了却不生效——它所在的动态链接库没被 --dylibPattern 匹配到。鉴权器、切面、定时任务尤其致命。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第三条，改了依赖后各种诡异错误——fboot cleanUpdate 一把梭。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第四条，定时任务不执行——同上第二条。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第五条，事务没生效——Service 用了 @Bean 而不是 @TransactionalService；或者方法名没被 orm_transactionalFuncExecution 命中；也没加 @Transactional。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第六条，报 cannot execute SQL while a previous query result is still active——同一个 SqlExecutor 上一次结果没关闭就又执行了。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第七条，DAO 报「不是 select」——page 系列要求 SQL 以 select 开头。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第八条，tableColumns 点某个属性找不到——属性名是列名（save_time），不是成员名（saveTime）。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第九条，宏报 must be modified by public var or public mut prop——@ORMField 的约束。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第十条，fboot run 卡住不动——对于</a:t>
            </a:r>
            <a:r>
              <a:rPr lang="en-US" altLang="zh-CN" dirty="0"/>
              <a:t>f_mvc</a:t>
            </a:r>
            <a:r>
              <a:rPr lang="zh-CN" dirty="0"/>
              <a:t>这是预期行为，它永久阻塞，另开终端发请求。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第十一条，populate 之后目标对象字段是空的——目标类没加 @DataAssist 的 fields 属性；或者默认的 SILENCE 把「字段不存在 / 类型不匹配 / 无法转换」静默跳过了。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后九条。这个表里有一些行是空的，是因为那些问题已经当作</a:t>
            </a:r>
            <a:r>
              <a:rPr lang="en-US" altLang="zh-CN" dirty="0"/>
              <a:t>BUG</a:t>
            </a:r>
            <a:r>
              <a:rPr lang="zh-CN" dirty="0"/>
              <a:t>改过了，</a:t>
            </a:r>
            <a:r>
              <a:rPr lang="en-US" altLang="zh-CN" dirty="0"/>
              <a:t>1.3.8</a:t>
            </a:r>
            <a:r>
              <a:rPr lang="zh-CN" dirty="0"/>
              <a:t>版已经改过了。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第十三条，自定义格式报 is an illegal MediaType string——自定义 MediaType 漏了 @Bean，或者它所在的动态链接库没被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第十四条，上传的文件在磁盘上堆积——MultipartFile 是 Resource，用完必须 close；close 才会删掉临时文件。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第十五条，改了配置却不生效——有编译期内嵌值被运行期覆盖了，或者反过来；也可能用了 fountain 前缀却写成了原名。按第四章的四级优先级逐层排查。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第十六条，Config.set 之后相关模块没刷新——已知问题：refresher 的前缀匹配恒不成立，set 不会触发任何刷新回调。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第十七条，TreeTransformer.transform 抛 IllegalArgumentException——源数据里有重复 id（ignoreDuplicate 默认 false），或者 transferFn 返回了 None。</a:t>
            </a:r>
            <a:endParaRPr lang="zh-CN" dirty="0"/>
          </a:p>
          <a:p>
            <a:endParaRPr lang="zh-CN" dirty="0"/>
          </a:p>
          <a:p>
            <a:endParaRPr lang="zh-CN" dirty="0"/>
          </a:p>
          <a:p>
            <a:r>
              <a:rPr lang="zh-CN" dirty="0"/>
              <a:t>第十九条，缓存对象「取了就续期」，永远不过期——HeapCache 默认是非一次性对象（滑动窗口）。要绝对过期就 once 设为 true，或者用 prolong 指定过期时间。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第二十条，热路径上反复 str.regex() 导致 CPU 高——正则编译没走缓存。用 solid 为 true 或 false。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第二十一条，日志一条都不输出——f_log 默认静默：不配 appender 就没有输出通道。至少要配置一个。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第二十二条，想只给某个包开 DEBUG 配不出来——级别挂在 appender 上，不是挂在 logger 名字上，没有名字树；来源用 pattern 里的 %name 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预设问答，先答三个最常被问到的。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第一个：能不用动态链接库吗？答案是：IOC、AOP、ORM 这些能力本身不依赖动态链接库，但 fboot run 的「扫描加载」机制依赖它。用 App 构造时把 dynamic 传 false 就可以不扫描，此时只有内置命令和静态链接进来的子命令可用，业务 bean 需要你自己保证已经被加载。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第二个：性能如何？fboot build 默认带 O2 和 full LTO；ORM 有结果缓存，可以按驱动关掉；连接池有三种可选——fountain 池、标准库池、第三方池；boot.sh 里还有 perfRecord 和 perfReport，用的是 cjprof，以及 loop 和 ab 可以直接做基线测量。这里有一句话要强调：不要凭感觉谈性能，先跑 ./boot.sh ab 16 10000。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第三个：能只用一个模块吗？可以。f_base、f_io、f_util、f_collection、f_crypto、f_random 这些都是独立可用的工具库，在 cjpm.toml 里只加你需要的那一个即可。比如你只想要随机字符串和区间随机数，就只引 f_random——它只依赖 f_base。</a:t>
            </a:r>
            <a:endParaRPr lang="zh-CN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再看三个问答。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第一，没有配置文件，本地开发怎么管理几十个配置项？答案是写进启动脚本。fdemo/boot.sh 的 exports 函数就是标准答案——所有 export 集中在一个地方，fboot run 之前 source 一下。容器化时这些 export 换成 ConfigMap 或 Secret，f_config 的读取逻辑一行不用改。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第二，--key=value 是 fboot 的功能吗？我自己写的程序能用吗？能用，而且不需要做任何事。这不是 fboot 的开关，而是 f_config 模块的能力：任何链接了 f_config 的仓颉进程，在 static init 时都会读 env.getCommandLine 并装载 --key=value。fboot 只是恰好也用了 f_config 而已——fboot build、fboot run、你自己 import f_config 的 main、甚至只是间接依赖，比如引了 f_orm，都一视同仁。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第三，fboot build 带 --k=v 和 fboot run 带 --k=v 有什么区别？在配置的解析方式上没有任何区别——都是 f_config 读当前进程的命令行参数。区别在这个进程要拿配置干什么：fboot build 是把它转成 cjpm build 子进程的环境变量，供编译期宏读取并嵌入产物；fboot run 是让应用运行期直接读到。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后面还有几个常问的：f_data 的复制能替代手写 DTO 转换吗？绝大多数场景可以，只有字段名不一致或需要计算逻辑时才需要手写几行。f_rx 和直接用 spawn 加 Channel 怎么选？要背压、错误恢复、重放、多观察者这些语义时用 f_rx，只是「扔个任务到后台」用 spawn 就够了。Strategies 和 IOC 的 lookupList 怎么选？要 bean 的完整生命周期用 IOC，只是把「一段按 key 分派的逻辑」集中管理用 Strategies 更轻。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这一讲的重点不是记全二十二条，而是记住三条根因：一，凡是不生效的东西，先查所在动态链接库有没有被 --dylibPattern 匹配到；二，凡是「约定」类报错，都是宏的编译期约束，看报错信息就能定位；三，凡是配置不生效，按第四章的四级优先级逐层排查，别怀疑框架。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24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24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高频坑与预设问答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二十二个高频坑（第 1–11 条）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二十二个高频坑（第 12–22 条）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预设 Q&amp;A：动态链接库、性能、单模块使用、配置管理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24 讲 / 共 25 讲　·　原稿第 109–112 页 + 首尾两页　·　约 13.9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1" name="矩形 31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1–11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每一条都省半天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5" name="表格 314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31235"/>
                <a:gridCol w="3564263"/>
                <a:gridCol w="7177302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起不来，报找不到动态链接库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LD_LIBRARY_PATH 没带 ~/.cjpm/libs/fboot 和 stdx 动态链接库路径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bean 明明写了却不生效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它所在的动态链接库没被 --dylibPattern 匹配到（鉴权器、切面、定时任务尤其致命）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改了依赖后各种诡异错误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cleanUpdate 一把梭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定时任务不执行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同第 2 条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事务没生效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Service 用了 @Bean 而不是 @TransactionalService；或方法名没被 orm_transactionalFuncExecution 命中；也没加 @Transactional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cannot execute SQL while a previous query result is still active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同一个 SqlExecutor 上一次结果没关闭就又执行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DAO 报「不是 select」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page 系列要求 SQL 以 select 开头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tableColumns().xxx 找不到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属性名是列名（save_time），不是成员名（saveTime）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宏报 must be modified by public var or public mut prop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@ORMField 的约束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fboot run 卡住不动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这是预期行为，它永久阻塞；另开终端发请求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populate 之后目标对象字段是空的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目标类没加 @DataAssist[fields]；或默认 SILENCE 把「字段不存在 / 类型不匹配 / 无法转换」静默跳过了（见第八章）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6" name="任意多边形 315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109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43" name="矩形 3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819150" y="304800"/>
            <a:ext cx="99726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19150" y="514350"/>
            <a:ext cx="99726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二十二个高频坑（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12–22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0963275" y="590550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压轴十一条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47" name="表格 346"/>
          <p:cNvGraphicFramePr/>
          <p:nvPr/>
        </p:nvGraphicFramePr>
        <p:xfrm>
          <a:off x="609600" y="1143000"/>
          <a:ext cx="10972800" cy="5143500"/>
        </p:xfrm>
        <a:graphic>
          <a:graphicData uri="http://schemas.openxmlformats.org/drawingml/2006/table">
            <a:tbl>
              <a:tblPr/>
              <a:tblGrid>
                <a:gridCol w="228786"/>
                <a:gridCol w="3169046"/>
                <a:gridCol w="7574968"/>
              </a:tblGrid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现象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原因 / 解法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自定义格式报 is an illegal MediaType string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 MediaType 漏了 @Bean，或它所在的动态库没被 --dylibPattern 匹配到（见第十一章）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上传的文件在磁盘上堆积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MultipartFile 是 Resource，用完必须 close() —— close() 才会删掉临时文件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改了配置却不生效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有编译期内嵌值被运行期覆盖了（或反过来）；或用了 fountain_ 前缀却写成了原名。按第四章四级优先级逐层排查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Config.set 之后相关模块没刷新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已知问题：refresher 的前缀匹配恒不成立，set 不会触发任何刷新回调（见 4.8）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TreeTransformer.transform 抛 IllegalArgumentException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源数据里有重复 id（ignoreDuplicate 默认 false），或 transferFn 返回了 None（见第九章）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缓存对象「取了就续期」，永远不过期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HeapCache 默认是非一次性对象（滑动窗口）。要绝对过期请 set(..., once: true) 或用 prolong(key, deathTime)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热路径上反复 str.regex() 导致 CPU 高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正则编译没走缓存。用 regex(solid: true)（进程内常驻）或 solid: false（HeapCache，1 万条 / 1 天）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89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日志一条都不输出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f_log 默认静默：不配 appender 就没有输出通道。至少 logger_appender_console=【你起的名字】（见 15.2）</a:t>
                      </a:r>
                      <a:endParaRPr sz="975">
                        <a:solidFill>
                          <a:srgbClr val="F59E0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26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想只给某个包开 DEBUG，配不出来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级别挂在 appender 上（logger_appender_【你起的名字】_level），不是挂在 logger 名字上，没有名字树；来源用 pattern 里的 %name 区分</a:t>
                      </a:r>
                      <a:endParaRPr sz="975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48" name="任意多边形 3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110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矩形 3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53" name="矩形 35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（一）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现场出现概率最高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819150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：能不用动态链接库吗？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819150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IOC / AOP / ORM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这些能力本身不依赖动态链接库，但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的「扫描加载」机制依赖它。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19150" y="23336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App(..., dynamic: false)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可以不扫描，此时只有内置命令和静态链接进来的子命令可用。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819150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代价：业务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bean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需要你自己保证已被加载。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圆角矩形 36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4524375" y="1352550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：性能如何？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4524375" y="1657350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默认带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-O2 --lto=full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524375" y="2028825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有结果缓存（可按驱动关）；连接池可选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标准库池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第三方池。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4524375" y="2686050"/>
            <a:ext cx="3143250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boot.sh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里还有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perfRecord / perfReport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cjprof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loop / ab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，可以直接做基线测量。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不要凭感觉谈性能，先跑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./boot.sh ab 16 10000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8239125" y="1352550"/>
            <a:ext cx="31337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：能只用一个模块吗？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239125" y="165735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可以。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f_base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f_io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f_util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f_collection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f_crypto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等都是独立可用的工具库。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239125" y="23336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cjpm.toml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里只加你需要的那一个即可。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239125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比如只想要随机字符串和区间随机数，就只引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f_random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它只依赖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f_base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矩形 3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78" name="矩形 377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819150" y="304800"/>
            <a:ext cx="98488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常见坑与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Q&amp;A · 18.2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819150" y="514350"/>
            <a:ext cx="98488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预设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Q&amp;A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10839450" y="5905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与第四章呼应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19150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：没有配置文件，本地开发怎么管理几十个配置项？</a:t>
            </a:r>
            <a:endParaRPr lang="zh-CN" sz="112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819150" y="182880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写进启动脚本。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fdemo/boot.sh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exports()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函数就是标准答案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所有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集中在一个地方，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run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之前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source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一下。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819150" y="5495925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容器化时这些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export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换成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ConfigMap / Secret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即可，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的读取逻辑一行不用改。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4524375" y="1352550"/>
            <a:ext cx="3143250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--key=value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的功能吗？我自己写的程序能用吗？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4524375" y="1828800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能用，而且不需要做任何事。这不是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的开关，而是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模块的能力：任何链接了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的仓颉进程，在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static init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时都会读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env.getCommandLine()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并装载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4524375" y="3076575"/>
            <a:ext cx="3143250" cy="1152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fboot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只是恰好也用了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而已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fboot build / fboot run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、你自己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import f_config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、甚至只是间接依赖（比如引了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f_orm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）都一视同仁。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4524375" y="5781675"/>
            <a:ext cx="314325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所以它是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的能力，不是某个命令的开关。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1" name="圆角矩形 390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8239125" y="1352550"/>
            <a:ext cx="31337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Q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fboot build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run --k=v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有什么区别？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8239125" y="1828800"/>
            <a:ext cx="3133725" cy="581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在配置的解析方式上没有任何区别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都是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f_config 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读当前进程的</a:t>
            </a:r>
            <a:r>
              <a:rPr lang="en-US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argv</a:t>
            </a:r>
            <a:r>
              <a:rPr lang="zh-CN" sz="105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8239125" y="25050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区别在这个进程要拿配置干什么：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8239125" y="2876550"/>
            <a:ext cx="3133725" cy="866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把它转成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cjpm build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子进程的环境变量，供编译期宏（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@EmbedSensitive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ORMConfig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）读取并嵌入产物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8239125" y="381952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· fboot run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让应用运行期直接读到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8239125" y="5781675"/>
            <a:ext cx="313372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一个影响产物，一个影响运行。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24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高频坑与预设问答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二十二个高频坑（第 1–11 条）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二十二个高频坑（第 12–22 条）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预设 Q&amp;A：动态链接库、性能、单模块使用、配置管理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下一讲：速查表与收尾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